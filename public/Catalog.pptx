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3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400" b="0" i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400" b="0" i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933407"/>
            <a:ext cx="6538209" cy="23535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9279" y="365518"/>
            <a:ext cx="220218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08210" y="1857349"/>
            <a:ext cx="12071985" cy="428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400" b="0" i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feilihouse.com/" TargetMode="Externa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jpeg"/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5.png"/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image" Target="../media/image48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55.jpeg"/><Relationship Id="rId4" Type="http://schemas.openxmlformats.org/officeDocument/2006/relationships/image" Target="../media/image19.png"/><Relationship Id="rId3" Type="http://schemas.openxmlformats.org/officeDocument/2006/relationships/image" Target="../media/image54.jpeg"/><Relationship Id="rId2" Type="http://schemas.openxmlformats.org/officeDocument/2006/relationships/image" Target="../media/image16.png"/><Relationship Id="rId1" Type="http://schemas.openxmlformats.org/officeDocument/2006/relationships/image" Target="../media/image5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7.jpeg"/><Relationship Id="rId1" Type="http://schemas.openxmlformats.org/officeDocument/2006/relationships/image" Target="../media/image56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0.jpeg"/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jpeg"/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8.jpeg"/><Relationship Id="rId4" Type="http://schemas.openxmlformats.org/officeDocument/2006/relationships/image" Target="../media/image67.jpeg"/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73.jpeg"/><Relationship Id="rId4" Type="http://schemas.openxmlformats.org/officeDocument/2006/relationships/image" Target="../media/image19.png"/><Relationship Id="rId3" Type="http://schemas.openxmlformats.org/officeDocument/2006/relationships/image" Target="../media/image72.jpeg"/><Relationship Id="rId2" Type="http://schemas.openxmlformats.org/officeDocument/2006/relationships/image" Target="../media/image16.png"/><Relationship Id="rId1" Type="http://schemas.openxmlformats.org/officeDocument/2006/relationships/image" Target="../media/image71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1.png"/><Relationship Id="rId7" Type="http://schemas.openxmlformats.org/officeDocument/2006/relationships/image" Target="../media/image80.jpeg"/><Relationship Id="rId6" Type="http://schemas.openxmlformats.org/officeDocument/2006/relationships/image" Target="../media/image79.jpeg"/><Relationship Id="rId5" Type="http://schemas.openxmlformats.org/officeDocument/2006/relationships/image" Target="../media/image78.jpeg"/><Relationship Id="rId4" Type="http://schemas.openxmlformats.org/officeDocument/2006/relationships/image" Target="../media/image77.jpeg"/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image" Target="../media/image74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jpeg"/><Relationship Id="rId1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41280"/>
            <a:chOff x="0" y="0"/>
            <a:chExt cx="18288000" cy="1024128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4128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4339" y="541134"/>
              <a:ext cx="17119600" cy="9175115"/>
            </a:xfrm>
            <a:custGeom>
              <a:avLst/>
              <a:gdLst/>
              <a:ahLst/>
              <a:cxnLst/>
              <a:rect l="l" t="t" r="r" b="b"/>
              <a:pathLst>
                <a:path w="17119600" h="9175115">
                  <a:moveTo>
                    <a:pt x="17119333" y="9174975"/>
                  </a:moveTo>
                  <a:lnTo>
                    <a:pt x="0" y="9174975"/>
                  </a:lnTo>
                  <a:lnTo>
                    <a:pt x="0" y="0"/>
                  </a:lnTo>
                  <a:lnTo>
                    <a:pt x="17119333" y="0"/>
                  </a:lnTo>
                  <a:lnTo>
                    <a:pt x="17119333" y="9524"/>
                  </a:lnTo>
                  <a:lnTo>
                    <a:pt x="19050" y="9524"/>
                  </a:lnTo>
                  <a:lnTo>
                    <a:pt x="9525" y="19049"/>
                  </a:lnTo>
                  <a:lnTo>
                    <a:pt x="19050" y="19049"/>
                  </a:lnTo>
                  <a:lnTo>
                    <a:pt x="19050" y="9155925"/>
                  </a:lnTo>
                  <a:lnTo>
                    <a:pt x="9525" y="9155925"/>
                  </a:lnTo>
                  <a:lnTo>
                    <a:pt x="19050" y="9165450"/>
                  </a:lnTo>
                  <a:lnTo>
                    <a:pt x="17119333" y="9165450"/>
                  </a:lnTo>
                  <a:lnTo>
                    <a:pt x="17119333" y="9174975"/>
                  </a:lnTo>
                  <a:close/>
                </a:path>
                <a:path w="17119600" h="9175115">
                  <a:moveTo>
                    <a:pt x="19050" y="19049"/>
                  </a:moveTo>
                  <a:lnTo>
                    <a:pt x="9525" y="19049"/>
                  </a:lnTo>
                  <a:lnTo>
                    <a:pt x="19050" y="9524"/>
                  </a:lnTo>
                  <a:lnTo>
                    <a:pt x="19050" y="19049"/>
                  </a:lnTo>
                  <a:close/>
                </a:path>
                <a:path w="17119600" h="9175115">
                  <a:moveTo>
                    <a:pt x="17100283" y="19049"/>
                  </a:moveTo>
                  <a:lnTo>
                    <a:pt x="19050" y="19049"/>
                  </a:lnTo>
                  <a:lnTo>
                    <a:pt x="19050" y="9524"/>
                  </a:lnTo>
                  <a:lnTo>
                    <a:pt x="17100283" y="9524"/>
                  </a:lnTo>
                  <a:lnTo>
                    <a:pt x="17100283" y="19049"/>
                  </a:lnTo>
                  <a:close/>
                </a:path>
                <a:path w="17119600" h="9175115">
                  <a:moveTo>
                    <a:pt x="17100283" y="9165450"/>
                  </a:moveTo>
                  <a:lnTo>
                    <a:pt x="17100283" y="9524"/>
                  </a:lnTo>
                  <a:lnTo>
                    <a:pt x="17109808" y="19049"/>
                  </a:lnTo>
                  <a:lnTo>
                    <a:pt x="17119333" y="19049"/>
                  </a:lnTo>
                  <a:lnTo>
                    <a:pt x="17119333" y="9155925"/>
                  </a:lnTo>
                  <a:lnTo>
                    <a:pt x="17109808" y="9155925"/>
                  </a:lnTo>
                  <a:lnTo>
                    <a:pt x="17100283" y="9165450"/>
                  </a:lnTo>
                  <a:close/>
                </a:path>
                <a:path w="17119600" h="9175115">
                  <a:moveTo>
                    <a:pt x="17119333" y="19049"/>
                  </a:moveTo>
                  <a:lnTo>
                    <a:pt x="17109808" y="19049"/>
                  </a:lnTo>
                  <a:lnTo>
                    <a:pt x="17100283" y="9524"/>
                  </a:lnTo>
                  <a:lnTo>
                    <a:pt x="17119333" y="9524"/>
                  </a:lnTo>
                  <a:lnTo>
                    <a:pt x="17119333" y="19049"/>
                  </a:lnTo>
                  <a:close/>
                </a:path>
                <a:path w="17119600" h="9175115">
                  <a:moveTo>
                    <a:pt x="19050" y="9165450"/>
                  </a:moveTo>
                  <a:lnTo>
                    <a:pt x="9525" y="9155925"/>
                  </a:lnTo>
                  <a:lnTo>
                    <a:pt x="19050" y="9155925"/>
                  </a:lnTo>
                  <a:lnTo>
                    <a:pt x="19050" y="9165450"/>
                  </a:lnTo>
                  <a:close/>
                </a:path>
                <a:path w="17119600" h="9175115">
                  <a:moveTo>
                    <a:pt x="17100283" y="9165450"/>
                  </a:moveTo>
                  <a:lnTo>
                    <a:pt x="19050" y="9165450"/>
                  </a:lnTo>
                  <a:lnTo>
                    <a:pt x="19050" y="9155925"/>
                  </a:lnTo>
                  <a:lnTo>
                    <a:pt x="17100283" y="9155925"/>
                  </a:lnTo>
                  <a:lnTo>
                    <a:pt x="17100283" y="9165450"/>
                  </a:lnTo>
                  <a:close/>
                </a:path>
                <a:path w="17119600" h="9175115">
                  <a:moveTo>
                    <a:pt x="17119333" y="9165450"/>
                  </a:moveTo>
                  <a:lnTo>
                    <a:pt x="17100283" y="9165450"/>
                  </a:lnTo>
                  <a:lnTo>
                    <a:pt x="17109808" y="9155925"/>
                  </a:lnTo>
                  <a:lnTo>
                    <a:pt x="17119333" y="9155925"/>
                  </a:lnTo>
                  <a:lnTo>
                    <a:pt x="17119333" y="9165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80097" y="858850"/>
              <a:ext cx="16477615" cy="8504555"/>
            </a:xfrm>
            <a:custGeom>
              <a:avLst/>
              <a:gdLst/>
              <a:ahLst/>
              <a:cxnLst/>
              <a:rect l="l" t="t" r="r" b="b"/>
              <a:pathLst>
                <a:path w="16477615" h="8504555">
                  <a:moveTo>
                    <a:pt x="16477361" y="8504364"/>
                  </a:moveTo>
                  <a:lnTo>
                    <a:pt x="0" y="8504364"/>
                  </a:lnTo>
                  <a:lnTo>
                    <a:pt x="0" y="0"/>
                  </a:lnTo>
                  <a:lnTo>
                    <a:pt x="16477361" y="0"/>
                  </a:lnTo>
                  <a:lnTo>
                    <a:pt x="16477361" y="8504364"/>
                  </a:lnTo>
                  <a:close/>
                </a:path>
              </a:pathLst>
            </a:custGeom>
            <a:solidFill>
              <a:srgbClr val="000000">
                <a:alpha val="277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3208210" y="1857349"/>
            <a:ext cx="12071985" cy="432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4185" marR="5080" indent="-2992120">
              <a:lnSpc>
                <a:spcPct val="113000"/>
              </a:lnSpc>
              <a:spcBef>
                <a:spcPts val="105"/>
              </a:spcBef>
            </a:pPr>
            <a:r>
              <a:rPr spc="-655" dirty="0"/>
              <a:t>江苏</a:t>
            </a:r>
            <a:r>
              <a:rPr lang="zh-CN" spc="-655" dirty="0"/>
              <a:t>弗洛尔</a:t>
            </a:r>
            <a:r>
              <a:rPr spc="-655" dirty="0"/>
              <a:t>智</a:t>
            </a:r>
            <a:r>
              <a:rPr lang="zh-CN" spc="-655" dirty="0"/>
              <a:t>能</a:t>
            </a:r>
            <a:r>
              <a:rPr spc="-655" dirty="0"/>
              <a:t>科技</a:t>
            </a:r>
            <a:r>
              <a:rPr spc="-570" dirty="0"/>
              <a:t>有限公司</a:t>
            </a:r>
            <a:endParaRPr spc="-570" dirty="0"/>
          </a:p>
        </p:txBody>
      </p:sp>
      <p:sp>
        <p:nvSpPr>
          <p:cNvPr id="7" name="object 7"/>
          <p:cNvSpPr txBox="1"/>
          <p:nvPr/>
        </p:nvSpPr>
        <p:spPr>
          <a:xfrm>
            <a:off x="8103870" y="1202690"/>
            <a:ext cx="2506345" cy="8147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600" dirty="0">
                <a:solidFill>
                  <a:srgbClr val="9E6D4A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lang="en-US" altLang="en-US" sz="2600" dirty="0">
                <a:solidFill>
                  <a:srgbClr val="9E6D4A"/>
                </a:solidFill>
                <a:latin typeface="Times New Roman" panose="02020603050405020304"/>
                <a:cs typeface="Times New Roman" panose="02020603050405020304"/>
              </a:rPr>
              <a:t>LOWER</a:t>
            </a:r>
            <a:r>
              <a:rPr sz="2600" spc="-5" dirty="0">
                <a:solidFill>
                  <a:srgbClr val="9E6D4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solidFill>
                  <a:srgbClr val="9E6D4A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73053" y="6537897"/>
            <a:ext cx="8228330" cy="42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Jiangsu</a:t>
            </a:r>
            <a:r>
              <a:rPr sz="2650" spc="-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lang="en-US" altLang="en-US" sz="26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lower</a:t>
            </a:r>
            <a:r>
              <a:rPr sz="2650" spc="-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2650" spc="-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r>
              <a:rPr sz="2650" spc="-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Co.,</a:t>
            </a:r>
            <a:r>
              <a:rPr sz="2650" spc="-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Ltd.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09255" y="7990205"/>
            <a:ext cx="2618740" cy="391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hlinkClick r:id="rId2"/>
              </a:rPr>
              <a:t>www.</a:t>
            </a:r>
            <a:r>
              <a:rPr lang="en-US" altLang="en-US" sz="24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hlinkClick r:id="rId2"/>
              </a:rPr>
              <a:t>flower</a:t>
            </a:r>
            <a:r>
              <a:rPr sz="245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hlinkClick r:id="rId2"/>
              </a:rPr>
              <a:t>.com</a:t>
            </a:r>
            <a:endParaRPr sz="24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525010" cy="10287000"/>
            <a:chOff x="0" y="0"/>
            <a:chExt cx="452501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4524413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224095" cy="10287000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653539" y="993647"/>
            <a:ext cx="11622405" cy="9293860"/>
            <a:chOff x="1653539" y="993647"/>
            <a:chExt cx="11622405" cy="929386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4095" y="8766935"/>
              <a:ext cx="5541412" cy="15200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3539" y="993647"/>
              <a:ext cx="7237475" cy="864260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595792" y="0"/>
            <a:ext cx="2692207" cy="283417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254068" y="1960639"/>
            <a:ext cx="3185160" cy="971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200" spc="-15" dirty="0">
                <a:solidFill>
                  <a:srgbClr val="1466A8"/>
                </a:solidFill>
              </a:rPr>
              <a:t>公司介绍</a:t>
            </a:r>
            <a:endParaRPr sz="6200"/>
          </a:p>
        </p:txBody>
      </p:sp>
      <p:sp>
        <p:nvSpPr>
          <p:cNvPr id="10" name="object 10"/>
          <p:cNvSpPr txBox="1"/>
          <p:nvPr/>
        </p:nvSpPr>
        <p:spPr>
          <a:xfrm>
            <a:off x="10254068" y="3371341"/>
            <a:ext cx="7273290" cy="5916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000" algn="just">
              <a:lnSpc>
                <a:spcPct val="133000"/>
              </a:lnSpc>
              <a:spcBef>
                <a:spcPts val="100"/>
              </a:spcBef>
            </a:pPr>
            <a:r>
              <a:rPr sz="17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江苏</a:t>
            </a:r>
            <a:r>
              <a:rPr lang="zh-CN" altLang="en-US" sz="17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弗洛尔智能</a:t>
            </a:r>
            <a:r>
              <a:rPr sz="17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科技有限公司坐落于文化底蕴深厚的江苏省</a:t>
            </a:r>
            <a:r>
              <a:rPr lang="zh-CN" altLang="en-US" sz="17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常州</a:t>
            </a:r>
            <a:r>
              <a:rPr sz="17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市，</a:t>
            </a:r>
            <a:r>
              <a:rPr lang="zh-CN" altLang="en-US" sz="17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是一家专注于移动住房，大健康，文化旅游产业等的综合型智能制造企业</a:t>
            </a:r>
            <a:r>
              <a:rPr lang="en-US" altLang="zh-CN" sz="17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sz="17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公司汇聚多名经验丰富的专业技术人员，配备完善的国内外销售服务团队，具备从研发、制造到市场交付的完整业务体系。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27000" algn="just">
              <a:lnSpc>
                <a:spcPct val="133000"/>
              </a:lnSpc>
            </a:pPr>
            <a:r>
              <a:rPr sz="17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依托先进的生产设施和成熟的制造工艺，</a:t>
            </a:r>
            <a:r>
              <a:rPr lang="zh-CN" altLang="en-US" sz="17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弗洛尔</a:t>
            </a:r>
            <a:r>
              <a:rPr sz="17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智造持续引入高端技术与标准化管理体系，致力于为居住空间与大健康应用领域提供稳定、可靠且具前瞻性的产品与解决方案，满足不同市场与多样化应用需求。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33000"/>
              </a:lnSpc>
            </a:pPr>
            <a:r>
              <a:rPr lang="en-US" altLang="zh-CN" sz="17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Our company is a comprehensive intelligent manufacturing enterprise specializing in mobile/capsule housing, integrated health, cultural tourism, and related sectors.</a:t>
            </a:r>
            <a:r>
              <a:rPr sz="17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supported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team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experienced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professionals</a:t>
            </a:r>
            <a:r>
              <a:rPr sz="17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17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domestic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international</a:t>
            </a:r>
            <a:r>
              <a:rPr sz="17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sales network.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 marR="109220">
              <a:lnSpc>
                <a:spcPct val="133000"/>
              </a:lnSpc>
            </a:pP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700" spc="-6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advanced</a:t>
            </a:r>
            <a:r>
              <a:rPr sz="1700" spc="-6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production</a:t>
            </a:r>
            <a:r>
              <a:rPr sz="1700" spc="-6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facilities</a:t>
            </a:r>
            <a:r>
              <a:rPr sz="1700" spc="-6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-6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well-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established</a:t>
            </a:r>
            <a:r>
              <a:rPr sz="1700" spc="-6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manufacturing</a:t>
            </a:r>
            <a:r>
              <a:rPr sz="1700" spc="-6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processes,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lang="en-US" altLang="en-US"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lower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700" spc="-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integrates</a:t>
            </a:r>
            <a:r>
              <a:rPr sz="1700" spc="-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high-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end</a:t>
            </a:r>
            <a:r>
              <a:rPr sz="1700" spc="-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technologies</a:t>
            </a:r>
            <a:r>
              <a:rPr sz="1700" spc="-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-5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standardized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systems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deliver</a:t>
            </a:r>
            <a:r>
              <a:rPr sz="1700" spc="-3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reliable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forward-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looking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solutions.</a:t>
            </a:r>
            <a:r>
              <a:rPr sz="1700" spc="-7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company</a:t>
            </a:r>
            <a:r>
              <a:rPr sz="17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7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committed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7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meeting</a:t>
            </a:r>
            <a:r>
              <a:rPr sz="17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diverse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application</a:t>
            </a:r>
            <a:r>
              <a:rPr sz="17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needs</a:t>
            </a:r>
            <a:r>
              <a:rPr sz="17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across</a:t>
            </a:r>
            <a:r>
              <a:rPr sz="17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residential</a:t>
            </a:r>
            <a:r>
              <a:rPr sz="17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7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health-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related</a:t>
            </a:r>
            <a:r>
              <a:rPr sz="1700" spc="-3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sectors</a:t>
            </a:r>
            <a:r>
              <a:rPr sz="1700" spc="-3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700" spc="-3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both</a:t>
            </a:r>
            <a:r>
              <a:rPr sz="1700" spc="-3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domestic</a:t>
            </a:r>
            <a:r>
              <a:rPr sz="1700" spc="-3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700" spc="-3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global</a:t>
            </a:r>
            <a:r>
              <a:rPr sz="1700" spc="-3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markets.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54068" y="1477174"/>
            <a:ext cx="12217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500" b="1" spc="49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8993" y="8737605"/>
            <a:ext cx="6323392" cy="15493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1152632" cy="661568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435791" y="0"/>
            <a:ext cx="6852284" cy="4769485"/>
            <a:chOff x="11435791" y="0"/>
            <a:chExt cx="6852284" cy="47694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79030" y="0"/>
              <a:ext cx="3608969" cy="37384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5791" y="1753971"/>
              <a:ext cx="4883200" cy="3015348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6401" y="5076469"/>
            <a:ext cx="4883226" cy="301533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22214" y="2009584"/>
            <a:ext cx="420662" cy="4206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22214" y="5408638"/>
            <a:ext cx="420662" cy="45415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89063" y="8616632"/>
            <a:ext cx="619760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13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模块化设计 </a:t>
            </a:r>
            <a:r>
              <a:rPr sz="3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·</a:t>
            </a:r>
            <a:r>
              <a:rPr sz="3500" b="1" spc="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-10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灵活空间解决方案</a:t>
            </a:r>
            <a:endParaRPr sz="3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9063" y="8054340"/>
            <a:ext cx="60699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500" b="1" spc="7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500" b="1" spc="7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·</a:t>
            </a:r>
            <a:r>
              <a:rPr sz="1500" b="1" spc="7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500" b="1" spc="7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500" b="1" spc="-10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6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PA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500" b="1" spc="7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500" b="1" spc="-10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08891" y="2561361"/>
            <a:ext cx="4597400" cy="195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应用场景灵活 </a:t>
            </a:r>
            <a:r>
              <a:rPr sz="18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Flexible</a:t>
            </a:r>
            <a:r>
              <a:rPr sz="1800" b="1" spc="-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Applications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33000"/>
              </a:lnSpc>
              <a:spcBef>
                <a:spcPts val="1005"/>
              </a:spcBef>
            </a:pPr>
            <a:r>
              <a:rPr sz="1500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适用于多种使用场景，包括但不限于居住、度假营地、商业空间及临时建筑项目。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485140">
              <a:lnSpc>
                <a:spcPts val="2400"/>
              </a:lnSpc>
              <a:spcBef>
                <a:spcPts val="90"/>
              </a:spcBef>
            </a:pP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wide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applications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residential</a:t>
            </a:r>
            <a:r>
              <a:rPr sz="150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housing,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resort</a:t>
            </a:r>
            <a:r>
              <a:rPr sz="150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cabins,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commercial</a:t>
            </a:r>
            <a:r>
              <a:rPr sz="150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spaces,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temporary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facilities.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08269" y="5987034"/>
            <a:ext cx="4406900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支持个性化定制</a:t>
            </a:r>
            <a:r>
              <a:rPr sz="18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Customizable</a:t>
            </a:r>
            <a:r>
              <a:rPr sz="1800" b="1" spc="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Options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33000"/>
              </a:lnSpc>
              <a:spcBef>
                <a:spcPts val="1350"/>
              </a:spcBef>
            </a:pPr>
            <a:r>
              <a:rPr sz="1500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可根据项目需求对布局、配置及内装方案进行定制。</a:t>
            </a:r>
            <a:r>
              <a:rPr sz="1500" spc="-5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Layouts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configurations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interior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options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customized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according</a:t>
            </a:r>
            <a:r>
              <a:rPr sz="1500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specific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15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requirements.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31300" y="8270240"/>
            <a:ext cx="7100570" cy="112141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800" spc="-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选用可靠的结构材料和耐候性设计，满足长期户外使用需求。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ts val="2880"/>
              </a:lnSpc>
              <a:spcBef>
                <a:spcPts val="95"/>
              </a:spcBef>
            </a:pP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Built</a:t>
            </a:r>
            <a:r>
              <a:rPr sz="1800" spc="-3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8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durable</a:t>
            </a:r>
            <a:r>
              <a:rPr sz="18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structural</a:t>
            </a:r>
            <a:r>
              <a:rPr sz="18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materials</a:t>
            </a:r>
            <a:r>
              <a:rPr sz="18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weather-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resistant</a:t>
            </a:r>
            <a:r>
              <a:rPr sz="18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finishes,</a:t>
            </a:r>
            <a:r>
              <a:rPr sz="18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suitable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00" spc="-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long-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term</a:t>
            </a:r>
            <a:r>
              <a:rPr sz="1800" spc="-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outdoor </a:t>
            </a:r>
            <a:r>
              <a:rPr sz="18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environments.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11755335" y="906170"/>
              <a:ext cx="5483225" cy="8229600"/>
            </a:xfrm>
            <a:custGeom>
              <a:avLst/>
              <a:gdLst/>
              <a:ahLst/>
              <a:cxnLst/>
              <a:rect l="l" t="t" r="r" b="b"/>
              <a:pathLst>
                <a:path w="5483225" h="8229600">
                  <a:moveTo>
                    <a:pt x="5482971" y="8229600"/>
                  </a:moveTo>
                  <a:lnTo>
                    <a:pt x="0" y="8229600"/>
                  </a:lnTo>
                  <a:lnTo>
                    <a:pt x="0" y="0"/>
                  </a:lnTo>
                  <a:lnTo>
                    <a:pt x="5482971" y="0"/>
                  </a:lnTo>
                  <a:lnTo>
                    <a:pt x="5482971" y="8229600"/>
                  </a:lnTo>
                  <a:close/>
                </a:path>
              </a:pathLst>
            </a:custGeom>
            <a:solidFill>
              <a:srgbClr val="FCF9F6">
                <a:alpha val="897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755335" y="906170"/>
              <a:ext cx="5483225" cy="8170545"/>
            </a:xfrm>
            <a:custGeom>
              <a:avLst/>
              <a:gdLst/>
              <a:ahLst/>
              <a:cxnLst/>
              <a:rect l="l" t="t" r="r" b="b"/>
              <a:pathLst>
                <a:path w="5483225" h="8170545">
                  <a:moveTo>
                    <a:pt x="5209578" y="8170100"/>
                  </a:moveTo>
                  <a:lnTo>
                    <a:pt x="273418" y="8170100"/>
                  </a:lnTo>
                  <a:lnTo>
                    <a:pt x="224271" y="8165695"/>
                  </a:lnTo>
                  <a:lnTo>
                    <a:pt x="178014" y="8152994"/>
                  </a:lnTo>
                  <a:lnTo>
                    <a:pt x="135419" y="8132770"/>
                  </a:lnTo>
                  <a:lnTo>
                    <a:pt x="97259" y="8105795"/>
                  </a:lnTo>
                  <a:lnTo>
                    <a:pt x="64305" y="8072841"/>
                  </a:lnTo>
                  <a:lnTo>
                    <a:pt x="37330" y="8034680"/>
                  </a:lnTo>
                  <a:lnTo>
                    <a:pt x="17105" y="7992085"/>
                  </a:lnTo>
                  <a:lnTo>
                    <a:pt x="4405" y="7945829"/>
                  </a:lnTo>
                  <a:lnTo>
                    <a:pt x="0" y="7896682"/>
                  </a:lnTo>
                  <a:lnTo>
                    <a:pt x="0" y="273418"/>
                  </a:lnTo>
                  <a:lnTo>
                    <a:pt x="4405" y="224271"/>
                  </a:lnTo>
                  <a:lnTo>
                    <a:pt x="17105" y="178014"/>
                  </a:lnTo>
                  <a:lnTo>
                    <a:pt x="37330" y="135419"/>
                  </a:lnTo>
                  <a:lnTo>
                    <a:pt x="64305" y="97259"/>
                  </a:lnTo>
                  <a:lnTo>
                    <a:pt x="97259" y="64305"/>
                  </a:lnTo>
                  <a:lnTo>
                    <a:pt x="135419" y="37330"/>
                  </a:lnTo>
                  <a:lnTo>
                    <a:pt x="178014" y="17105"/>
                  </a:lnTo>
                  <a:lnTo>
                    <a:pt x="224271" y="4405"/>
                  </a:lnTo>
                  <a:lnTo>
                    <a:pt x="273418" y="0"/>
                  </a:lnTo>
                  <a:lnTo>
                    <a:pt x="5209578" y="0"/>
                  </a:lnTo>
                  <a:lnTo>
                    <a:pt x="5258725" y="4405"/>
                  </a:lnTo>
                  <a:lnTo>
                    <a:pt x="5304983" y="17105"/>
                  </a:lnTo>
                  <a:lnTo>
                    <a:pt x="5347580" y="37330"/>
                  </a:lnTo>
                  <a:lnTo>
                    <a:pt x="5385742" y="64305"/>
                  </a:lnTo>
                  <a:lnTo>
                    <a:pt x="5418698" y="97259"/>
                  </a:lnTo>
                  <a:lnTo>
                    <a:pt x="5445675" y="135419"/>
                  </a:lnTo>
                  <a:lnTo>
                    <a:pt x="5465901" y="178014"/>
                  </a:lnTo>
                  <a:lnTo>
                    <a:pt x="5478603" y="224271"/>
                  </a:lnTo>
                  <a:lnTo>
                    <a:pt x="5483009" y="273418"/>
                  </a:lnTo>
                  <a:lnTo>
                    <a:pt x="5483009" y="7896682"/>
                  </a:lnTo>
                  <a:lnTo>
                    <a:pt x="5478603" y="7945829"/>
                  </a:lnTo>
                  <a:lnTo>
                    <a:pt x="5465901" y="7992085"/>
                  </a:lnTo>
                  <a:lnTo>
                    <a:pt x="5445675" y="8034680"/>
                  </a:lnTo>
                  <a:lnTo>
                    <a:pt x="5418698" y="8072841"/>
                  </a:lnTo>
                  <a:lnTo>
                    <a:pt x="5385742" y="8105795"/>
                  </a:lnTo>
                  <a:lnTo>
                    <a:pt x="5347580" y="8132770"/>
                  </a:lnTo>
                  <a:lnTo>
                    <a:pt x="5304983" y="8152994"/>
                  </a:lnTo>
                  <a:lnTo>
                    <a:pt x="5258725" y="8165695"/>
                  </a:lnTo>
                  <a:lnTo>
                    <a:pt x="5209578" y="8170100"/>
                  </a:lnTo>
                  <a:close/>
                </a:path>
              </a:pathLst>
            </a:custGeom>
            <a:solidFill>
              <a:srgbClr val="FCF9F6">
                <a:alpha val="866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21171" y="1300950"/>
            <a:ext cx="4485640" cy="1510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5" dirty="0">
                <a:solidFill>
                  <a:srgbClr val="0468A1"/>
                </a:solidFill>
              </a:rPr>
              <a:t>目录</a:t>
            </a:r>
            <a:endParaRPr sz="4800"/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4800" spc="-25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Table</a:t>
            </a:r>
            <a:r>
              <a:rPr sz="4800" spc="-150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800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4800" spc="-145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800" spc="-10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Contents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23736" y="3273323"/>
            <a:ext cx="3950335" cy="5178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45" dirty="0">
                <a:solidFill>
                  <a:srgbClr val="B86730"/>
                </a:solidFill>
                <a:latin typeface="Arial Black" panose="020B0A04020102020204"/>
                <a:cs typeface="Arial Black" panose="020B0A04020102020204"/>
              </a:rPr>
              <a:t>Modular</a:t>
            </a:r>
            <a:r>
              <a:rPr sz="2300" spc="-229" dirty="0">
                <a:solidFill>
                  <a:srgbClr val="B8673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300" spc="-20" dirty="0">
                <a:solidFill>
                  <a:srgbClr val="B86730"/>
                </a:solidFill>
                <a:latin typeface="Arial Black" panose="020B0A04020102020204"/>
                <a:cs typeface="Arial Black" panose="020B0A04020102020204"/>
              </a:rPr>
              <a:t>House</a:t>
            </a:r>
            <a:endParaRPr sz="2300">
              <a:latin typeface="Arial Black" panose="020B0A04020102020204"/>
              <a:cs typeface="Arial Black" panose="020B0A04020102020204"/>
            </a:endParaRPr>
          </a:p>
          <a:p>
            <a:pPr marL="551815" indent="-269240">
              <a:lnSpc>
                <a:spcPct val="100000"/>
              </a:lnSpc>
              <a:spcBef>
                <a:spcPts val="2220"/>
              </a:spcBef>
              <a:buFont typeface="Arial" panose="020B0604020202020204"/>
              <a:buChar char="•"/>
              <a:tabLst>
                <a:tab pos="551815" algn="l"/>
              </a:tabLst>
            </a:pPr>
            <a:r>
              <a:rPr sz="2500" spc="-35" dirty="0">
                <a:solidFill>
                  <a:srgbClr val="3031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太空舱</a:t>
            </a:r>
            <a:endParaRPr sz="2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3240">
              <a:lnSpc>
                <a:spcPct val="100000"/>
              </a:lnSpc>
              <a:spcBef>
                <a:spcPts val="500"/>
              </a:spcBef>
            </a:pPr>
            <a:r>
              <a:rPr sz="2500" spc="180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Space</a:t>
            </a:r>
            <a:r>
              <a:rPr sz="2500" spc="-105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105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capsule</a:t>
            </a:r>
            <a:r>
              <a:rPr sz="2500" spc="-105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50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house</a:t>
            </a:r>
            <a:endParaRPr sz="2500">
              <a:latin typeface="Lucida Sans Unicode" panose="020B0602030504020204"/>
              <a:cs typeface="Lucida Sans Unicode" panose="020B0602030504020204"/>
            </a:endParaRPr>
          </a:p>
          <a:p>
            <a:pPr marL="551815" indent="-269240">
              <a:lnSpc>
                <a:spcPct val="100000"/>
              </a:lnSpc>
              <a:spcBef>
                <a:spcPts val="500"/>
              </a:spcBef>
              <a:buFont typeface="Arial" panose="020B0604020202020204"/>
              <a:buChar char="•"/>
              <a:tabLst>
                <a:tab pos="551815" algn="l"/>
              </a:tabLst>
            </a:pPr>
            <a:r>
              <a:rPr sz="2500" spc="-35" dirty="0">
                <a:solidFill>
                  <a:srgbClr val="3031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苹果舱</a:t>
            </a:r>
            <a:endParaRPr sz="2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3240">
              <a:lnSpc>
                <a:spcPct val="100000"/>
              </a:lnSpc>
              <a:spcBef>
                <a:spcPts val="500"/>
              </a:spcBef>
            </a:pPr>
            <a:r>
              <a:rPr sz="2500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Apple</a:t>
            </a:r>
            <a:r>
              <a:rPr sz="2500" spc="-15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105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Cabin</a:t>
            </a:r>
            <a:r>
              <a:rPr sz="2500" spc="-15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-20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House</a:t>
            </a:r>
            <a:endParaRPr sz="2500">
              <a:latin typeface="Lucida Sans Unicode" panose="020B0602030504020204"/>
              <a:cs typeface="Lucida Sans Unicode" panose="020B0602030504020204"/>
            </a:endParaRPr>
          </a:p>
          <a:p>
            <a:pPr marL="551815" indent="-269240">
              <a:lnSpc>
                <a:spcPct val="100000"/>
              </a:lnSpc>
              <a:spcBef>
                <a:spcPts val="500"/>
              </a:spcBef>
              <a:buFont typeface="Arial" panose="020B0604020202020204"/>
              <a:buChar char="•"/>
              <a:tabLst>
                <a:tab pos="551815" algn="l"/>
              </a:tabLst>
            </a:pPr>
            <a:r>
              <a:rPr sz="2500" spc="-35" dirty="0">
                <a:solidFill>
                  <a:srgbClr val="3031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垃圾房</a:t>
            </a:r>
            <a:endParaRPr sz="2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3240">
              <a:lnSpc>
                <a:spcPct val="100000"/>
              </a:lnSpc>
              <a:spcBef>
                <a:spcPts val="500"/>
              </a:spcBef>
            </a:pPr>
            <a:r>
              <a:rPr sz="2500" spc="140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Garbage</a:t>
            </a:r>
            <a:r>
              <a:rPr sz="2500" spc="-100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35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Room</a:t>
            </a:r>
            <a:endParaRPr sz="2500">
              <a:latin typeface="Lucida Sans Unicode" panose="020B0602030504020204"/>
              <a:cs typeface="Lucida Sans Unicode" panose="020B0602030504020204"/>
            </a:endParaRPr>
          </a:p>
          <a:p>
            <a:pPr marL="33655">
              <a:lnSpc>
                <a:spcPct val="100000"/>
              </a:lnSpc>
              <a:spcBef>
                <a:spcPts val="3605"/>
              </a:spcBef>
            </a:pPr>
            <a:r>
              <a:rPr sz="2300" spc="-130" dirty="0">
                <a:solidFill>
                  <a:srgbClr val="B86730"/>
                </a:solidFill>
                <a:latin typeface="Arial Black" panose="020B0A04020102020204"/>
                <a:cs typeface="Arial Black" panose="020B0A04020102020204"/>
              </a:rPr>
              <a:t>Project</a:t>
            </a:r>
            <a:r>
              <a:rPr sz="2300" spc="-215" dirty="0">
                <a:solidFill>
                  <a:srgbClr val="B8673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300" spc="-10" dirty="0">
                <a:solidFill>
                  <a:srgbClr val="B86730"/>
                </a:solidFill>
                <a:latin typeface="Arial Black" panose="020B0A04020102020204"/>
                <a:cs typeface="Arial Black" panose="020B0A04020102020204"/>
              </a:rPr>
              <a:t>Cases</a:t>
            </a:r>
            <a:endParaRPr sz="2300">
              <a:latin typeface="Arial Black" panose="020B0A04020102020204"/>
              <a:cs typeface="Arial Black" panose="020B0A04020102020204"/>
            </a:endParaRPr>
          </a:p>
          <a:p>
            <a:pPr marL="573405" indent="-269875">
              <a:lnSpc>
                <a:spcPct val="100000"/>
              </a:lnSpc>
              <a:spcBef>
                <a:spcPts val="2200"/>
              </a:spcBef>
              <a:buFont typeface="Arial" panose="020B0604020202020204"/>
              <a:buChar char="•"/>
              <a:tabLst>
                <a:tab pos="573405" algn="l"/>
              </a:tabLst>
            </a:pPr>
            <a:r>
              <a:rPr sz="2500" spc="-30" dirty="0">
                <a:solidFill>
                  <a:srgbClr val="30313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案例展示</a:t>
            </a:r>
            <a:endParaRPr sz="2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29285">
              <a:lnSpc>
                <a:spcPct val="100000"/>
              </a:lnSpc>
              <a:spcBef>
                <a:spcPts val="520"/>
              </a:spcBef>
            </a:pPr>
            <a:r>
              <a:rPr sz="2500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Our</a:t>
            </a:r>
            <a:r>
              <a:rPr sz="2500" spc="10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Proven</a:t>
            </a:r>
            <a:r>
              <a:rPr sz="2500" spc="10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2500" spc="-10" dirty="0">
                <a:solidFill>
                  <a:srgbClr val="303133"/>
                </a:solidFill>
                <a:latin typeface="Lucida Sans Unicode" panose="020B0602030504020204"/>
                <a:cs typeface="Lucida Sans Unicode" panose="020B0602030504020204"/>
              </a:rPr>
              <a:t>Projects</a:t>
            </a:r>
            <a:endParaRPr sz="25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62571" y="1028700"/>
            <a:ext cx="10396728" cy="41148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6480175" cy="5143500"/>
            <a:chOff x="0" y="0"/>
            <a:chExt cx="6480175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368771" cy="31989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1028700"/>
              <a:ext cx="5451348" cy="411480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5526023"/>
            <a:ext cx="5451348" cy="37322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44093" y="7350180"/>
            <a:ext cx="6943906" cy="293681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849935" y="6710616"/>
            <a:ext cx="915860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210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太空舱房屋 </a:t>
            </a:r>
            <a:r>
              <a:rPr sz="5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Space</a:t>
            </a:r>
            <a:r>
              <a:rPr sz="5000" b="1" spc="-6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Capsule</a:t>
            </a:r>
            <a:r>
              <a:rPr sz="5000" b="1" spc="-3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endParaRPr sz="5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9935" y="7895526"/>
            <a:ext cx="10733405" cy="93726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500" spc="-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太空舱房屋不仅是一种建筑形式，更是一种高效、可复制的空间解决方案，为项目建设提供更灵活、更可控的选择。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ts val="2400"/>
              </a:lnSpc>
              <a:spcBef>
                <a:spcPts val="90"/>
              </a:spcBef>
            </a:pP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15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15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5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building</a:t>
            </a:r>
            <a:r>
              <a:rPr sz="15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product,</a:t>
            </a:r>
            <a:r>
              <a:rPr sz="15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Space</a:t>
            </a:r>
            <a:r>
              <a:rPr sz="15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Capsule</a:t>
            </a:r>
            <a:r>
              <a:rPr sz="15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r>
              <a:rPr sz="15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represents</a:t>
            </a:r>
            <a:r>
              <a:rPr sz="15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5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efficient</a:t>
            </a:r>
            <a:r>
              <a:rPr sz="15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replicable</a:t>
            </a:r>
            <a:r>
              <a:rPr sz="15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spatial</a:t>
            </a:r>
            <a:r>
              <a:rPr sz="15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solution,</a:t>
            </a:r>
            <a:r>
              <a:rPr sz="15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offering</a:t>
            </a:r>
            <a:r>
              <a:rPr sz="15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greater</a:t>
            </a:r>
            <a:r>
              <a:rPr sz="15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flexibility</a:t>
            </a:r>
            <a:r>
              <a:rPr sz="15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5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15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development.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49935" y="6423317"/>
            <a:ext cx="15087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52900"/>
            <a:ext cx="8554720" cy="6134100"/>
            <a:chOff x="0" y="4152900"/>
            <a:chExt cx="8554720" cy="61341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9600" y="4152900"/>
              <a:ext cx="7944611" cy="52882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714246"/>
              <a:ext cx="6785292" cy="257275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0700" y="317500"/>
            <a:ext cx="8047990" cy="15411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31165">
              <a:lnSpc>
                <a:spcPct val="100000"/>
              </a:lnSpc>
              <a:spcBef>
                <a:spcPts val="475"/>
              </a:spcBef>
            </a:pPr>
            <a:r>
              <a:rPr spc="415" dirty="0"/>
              <a:t>太空舱房屋</a:t>
            </a:r>
            <a:endParaRPr spc="415" dirty="0"/>
          </a:p>
          <a:p>
            <a:pPr marL="12700">
              <a:lnSpc>
                <a:spcPct val="100000"/>
              </a:lnSpc>
              <a:spcBef>
                <a:spcPts val="760"/>
              </a:spcBef>
              <a:tabLst>
                <a:tab pos="1091565" algn="l"/>
              </a:tabLst>
            </a:pPr>
            <a:r>
              <a:rPr sz="6000" b="1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E3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Space</a:t>
            </a:r>
            <a:r>
              <a:rPr sz="60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Capsule</a:t>
            </a:r>
            <a:r>
              <a:rPr sz="60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0814" y="2048078"/>
            <a:ext cx="5385435" cy="216281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一楼尺寸（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7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700" b="1" spc="-4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11500mm</a:t>
            </a:r>
            <a:r>
              <a:rPr sz="1700" b="1" spc="1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700" b="1" spc="3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3300mm</a:t>
            </a:r>
            <a:r>
              <a:rPr sz="1700" b="1" spc="3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700" b="1" spc="6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3200mm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二楼尺寸（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6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700" b="1" spc="-3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8500mm</a:t>
            </a:r>
            <a:r>
              <a:rPr sz="1700" b="1" spc="2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700" b="1" spc="4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3300mm</a:t>
            </a:r>
            <a:r>
              <a:rPr sz="1700" b="1" spc="4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700" b="1" spc="8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3200mm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12700" marR="1331595">
              <a:lnSpc>
                <a:spcPct val="170000"/>
              </a:lnSpc>
              <a:spcBef>
                <a:spcPts val="235"/>
              </a:spcBef>
            </a:pP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占地面积（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Land occupation area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50</a:t>
            </a:r>
            <a:r>
              <a:rPr sz="17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㎡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入住人数（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700" b="1" spc="8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b="1" spc="12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guests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4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3-4</a:t>
            </a:r>
            <a:r>
              <a:rPr sz="17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r>
              <a:rPr sz="1700" spc="5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客舱重量（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1700" b="1" spc="114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weight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9000kg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870555" y="442849"/>
            <a:ext cx="7988300" cy="9643745"/>
            <a:chOff x="9870555" y="442849"/>
            <a:chExt cx="7988300" cy="964374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8690" y="442849"/>
              <a:ext cx="7020214" cy="365148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70555" y="7193279"/>
              <a:ext cx="7886070" cy="28929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10800" y="4000499"/>
              <a:ext cx="7647431" cy="317906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116059" y="4706620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宋体" panose="02010600030101010101" pitchFamily="2" charset="-122"/>
                <a:cs typeface="宋体" panose="02010600030101010101" pitchFamily="2" charset="-122"/>
              </a:rPr>
              <a:t>一楼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6540" y="8516619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宋体" panose="02010600030101010101" pitchFamily="2" charset="-122"/>
                <a:cs typeface="宋体" panose="02010600030101010101" pitchFamily="2" charset="-122"/>
              </a:rPr>
              <a:t>二楼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9843" y="3130334"/>
            <a:ext cx="3215005" cy="6096000"/>
            <a:chOff x="779843" y="3130334"/>
            <a:chExt cx="3215005" cy="6096000"/>
          </a:xfrm>
        </p:grpSpPr>
        <p:sp>
          <p:nvSpPr>
            <p:cNvPr id="3" name="object 3"/>
            <p:cNvSpPr/>
            <p:nvPr/>
          </p:nvSpPr>
          <p:spPr>
            <a:xfrm>
              <a:off x="784605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45" y="6088799"/>
                  </a:moveTo>
                  <a:lnTo>
                    <a:pt x="183832" y="6088799"/>
                  </a:lnTo>
                  <a:lnTo>
                    <a:pt x="134963" y="6082232"/>
                  </a:lnTo>
                  <a:lnTo>
                    <a:pt x="91050" y="6063699"/>
                  </a:lnTo>
                  <a:lnTo>
                    <a:pt x="53844" y="6034952"/>
                  </a:lnTo>
                  <a:lnTo>
                    <a:pt x="25099" y="5997744"/>
                  </a:lnTo>
                  <a:lnTo>
                    <a:pt x="6566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6" y="134971"/>
                  </a:lnTo>
                  <a:lnTo>
                    <a:pt x="25099" y="91054"/>
                  </a:lnTo>
                  <a:lnTo>
                    <a:pt x="53844" y="53846"/>
                  </a:lnTo>
                  <a:lnTo>
                    <a:pt x="91050" y="25099"/>
                  </a:lnTo>
                  <a:lnTo>
                    <a:pt x="134963" y="6567"/>
                  </a:lnTo>
                  <a:lnTo>
                    <a:pt x="183832" y="0"/>
                  </a:lnTo>
                  <a:lnTo>
                    <a:pt x="3021545" y="0"/>
                  </a:lnTo>
                  <a:lnTo>
                    <a:pt x="3070415" y="6567"/>
                  </a:lnTo>
                  <a:lnTo>
                    <a:pt x="3114331" y="25099"/>
                  </a:lnTo>
                  <a:lnTo>
                    <a:pt x="3151539" y="53846"/>
                  </a:lnTo>
                  <a:lnTo>
                    <a:pt x="3180288" y="91054"/>
                  </a:lnTo>
                  <a:lnTo>
                    <a:pt x="3198823" y="134971"/>
                  </a:lnTo>
                  <a:lnTo>
                    <a:pt x="3205391" y="183845"/>
                  </a:lnTo>
                  <a:lnTo>
                    <a:pt x="3205391" y="5904953"/>
                  </a:lnTo>
                  <a:lnTo>
                    <a:pt x="3198823" y="5953827"/>
                  </a:lnTo>
                  <a:lnTo>
                    <a:pt x="3180288" y="5997744"/>
                  </a:lnTo>
                  <a:lnTo>
                    <a:pt x="3151539" y="6034952"/>
                  </a:lnTo>
                  <a:lnTo>
                    <a:pt x="3114331" y="6063699"/>
                  </a:lnTo>
                  <a:lnTo>
                    <a:pt x="3070415" y="6082232"/>
                  </a:lnTo>
                  <a:lnTo>
                    <a:pt x="3021545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9843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387" y="12700"/>
                  </a:moveTo>
                  <a:lnTo>
                    <a:pt x="115074" y="12700"/>
                  </a:lnTo>
                  <a:lnTo>
                    <a:pt x="123647" y="0"/>
                  </a:lnTo>
                  <a:lnTo>
                    <a:pt x="161442" y="0"/>
                  </a:lnTo>
                  <a:lnTo>
                    <a:pt x="152387" y="12700"/>
                  </a:lnTo>
                  <a:close/>
                </a:path>
                <a:path w="3215004" h="6096000">
                  <a:moveTo>
                    <a:pt x="3099612" y="12700"/>
                  </a:moveTo>
                  <a:lnTo>
                    <a:pt x="3062516" y="12700"/>
                  </a:lnTo>
                  <a:lnTo>
                    <a:pt x="3053460" y="0"/>
                  </a:lnTo>
                  <a:lnTo>
                    <a:pt x="3091040" y="0"/>
                  </a:lnTo>
                  <a:lnTo>
                    <a:pt x="3099612" y="12700"/>
                  </a:lnTo>
                  <a:close/>
                </a:path>
                <a:path w="3215004" h="6096000">
                  <a:moveTo>
                    <a:pt x="110858" y="25400"/>
                  </a:moveTo>
                  <a:lnTo>
                    <a:pt x="90703" y="25400"/>
                  </a:lnTo>
                  <a:lnTo>
                    <a:pt x="98590" y="12700"/>
                  </a:lnTo>
                  <a:lnTo>
                    <a:pt x="118999" y="12700"/>
                  </a:lnTo>
                  <a:lnTo>
                    <a:pt x="110858" y="25400"/>
                  </a:lnTo>
                  <a:close/>
                </a:path>
                <a:path w="3215004" h="6096000">
                  <a:moveTo>
                    <a:pt x="3124009" y="25400"/>
                  </a:moveTo>
                  <a:lnTo>
                    <a:pt x="3104045" y="25400"/>
                  </a:lnTo>
                  <a:lnTo>
                    <a:pt x="3095904" y="12700"/>
                  </a:lnTo>
                  <a:lnTo>
                    <a:pt x="3116110" y="12700"/>
                  </a:lnTo>
                  <a:lnTo>
                    <a:pt x="3124009" y="25400"/>
                  </a:lnTo>
                  <a:close/>
                </a:path>
                <a:path w="3215004" h="6096000">
                  <a:moveTo>
                    <a:pt x="88379" y="38100"/>
                  </a:moveTo>
                  <a:lnTo>
                    <a:pt x="68719" y="38100"/>
                  </a:lnTo>
                  <a:lnTo>
                    <a:pt x="75844" y="25400"/>
                  </a:lnTo>
                  <a:lnTo>
                    <a:pt x="95846" y="25400"/>
                  </a:lnTo>
                  <a:lnTo>
                    <a:pt x="88379" y="38100"/>
                  </a:lnTo>
                  <a:close/>
                </a:path>
                <a:path w="3215004" h="6096000">
                  <a:moveTo>
                    <a:pt x="3146361" y="38100"/>
                  </a:moveTo>
                  <a:lnTo>
                    <a:pt x="3126524" y="38100"/>
                  </a:lnTo>
                  <a:lnTo>
                    <a:pt x="3119069" y="25400"/>
                  </a:lnTo>
                  <a:lnTo>
                    <a:pt x="3139249" y="25400"/>
                  </a:lnTo>
                  <a:lnTo>
                    <a:pt x="3146361" y="38100"/>
                  </a:lnTo>
                  <a:close/>
                </a:path>
                <a:path w="3215004" h="6096000">
                  <a:moveTo>
                    <a:pt x="68110" y="50800"/>
                  </a:moveTo>
                  <a:lnTo>
                    <a:pt x="55156" y="50800"/>
                  </a:lnTo>
                  <a:lnTo>
                    <a:pt x="61874" y="38100"/>
                  </a:lnTo>
                  <a:lnTo>
                    <a:pt x="74777" y="38100"/>
                  </a:lnTo>
                  <a:lnTo>
                    <a:pt x="68110" y="50800"/>
                  </a:lnTo>
                  <a:close/>
                </a:path>
                <a:path w="3215004" h="6096000">
                  <a:moveTo>
                    <a:pt x="3159747" y="50800"/>
                  </a:moveTo>
                  <a:lnTo>
                    <a:pt x="3146793" y="50800"/>
                  </a:lnTo>
                  <a:lnTo>
                    <a:pt x="3140125" y="38100"/>
                  </a:lnTo>
                  <a:lnTo>
                    <a:pt x="3153206" y="38100"/>
                  </a:lnTo>
                  <a:lnTo>
                    <a:pt x="3159747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41" y="63500"/>
                  </a:lnTo>
                  <a:lnTo>
                    <a:pt x="49072" y="50800"/>
                  </a:lnTo>
                  <a:lnTo>
                    <a:pt x="62052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13" y="63500"/>
                  </a:moveTo>
                  <a:lnTo>
                    <a:pt x="3158947" y="63500"/>
                  </a:lnTo>
                  <a:lnTo>
                    <a:pt x="3152851" y="50800"/>
                  </a:lnTo>
                  <a:lnTo>
                    <a:pt x="3165983" y="50800"/>
                  </a:lnTo>
                  <a:lnTo>
                    <a:pt x="3171913" y="63500"/>
                  </a:lnTo>
                  <a:close/>
                </a:path>
                <a:path w="3215004" h="6096000">
                  <a:moveTo>
                    <a:pt x="20345" y="127000"/>
                  </a:moveTo>
                  <a:lnTo>
                    <a:pt x="20421" y="114300"/>
                  </a:lnTo>
                  <a:lnTo>
                    <a:pt x="14770" y="114300"/>
                  </a:lnTo>
                  <a:lnTo>
                    <a:pt x="18542" y="101600"/>
                  </a:lnTo>
                  <a:lnTo>
                    <a:pt x="22707" y="88900"/>
                  </a:lnTo>
                  <a:lnTo>
                    <a:pt x="27368" y="88900"/>
                  </a:lnTo>
                  <a:lnTo>
                    <a:pt x="32143" y="76200"/>
                  </a:lnTo>
                  <a:lnTo>
                    <a:pt x="37541" y="63500"/>
                  </a:lnTo>
                  <a:lnTo>
                    <a:pt x="50482" y="63500"/>
                  </a:lnTo>
                  <a:lnTo>
                    <a:pt x="45021" y="76200"/>
                  </a:lnTo>
                  <a:lnTo>
                    <a:pt x="40170" y="76200"/>
                  </a:lnTo>
                  <a:lnTo>
                    <a:pt x="35496" y="88900"/>
                  </a:lnTo>
                  <a:lnTo>
                    <a:pt x="31191" y="101600"/>
                  </a:lnTo>
                  <a:lnTo>
                    <a:pt x="27228" y="101600"/>
                  </a:lnTo>
                  <a:lnTo>
                    <a:pt x="23634" y="114300"/>
                  </a:lnTo>
                  <a:lnTo>
                    <a:pt x="20345" y="127000"/>
                  </a:lnTo>
                  <a:close/>
                </a:path>
                <a:path w="3215004" h="6096000">
                  <a:moveTo>
                    <a:pt x="3194558" y="127000"/>
                  </a:moveTo>
                  <a:lnTo>
                    <a:pt x="3191357" y="114300"/>
                  </a:lnTo>
                  <a:lnTo>
                    <a:pt x="3187776" y="101600"/>
                  </a:lnTo>
                  <a:lnTo>
                    <a:pt x="3183826" y="101600"/>
                  </a:lnTo>
                  <a:lnTo>
                    <a:pt x="3179521" y="88900"/>
                  </a:lnTo>
                  <a:lnTo>
                    <a:pt x="3174872" y="76200"/>
                  </a:lnTo>
                  <a:lnTo>
                    <a:pt x="3169881" y="76200"/>
                  </a:lnTo>
                  <a:lnTo>
                    <a:pt x="3164420" y="63500"/>
                  </a:lnTo>
                  <a:lnTo>
                    <a:pt x="3177374" y="63500"/>
                  </a:lnTo>
                  <a:lnTo>
                    <a:pt x="3182759" y="76200"/>
                  </a:lnTo>
                  <a:lnTo>
                    <a:pt x="3187534" y="88900"/>
                  </a:lnTo>
                  <a:lnTo>
                    <a:pt x="3192081" y="88900"/>
                  </a:lnTo>
                  <a:lnTo>
                    <a:pt x="3196259" y="101600"/>
                  </a:lnTo>
                  <a:lnTo>
                    <a:pt x="3200044" y="114300"/>
                  </a:lnTo>
                  <a:lnTo>
                    <a:pt x="3194481" y="114300"/>
                  </a:lnTo>
                  <a:lnTo>
                    <a:pt x="3194558" y="127000"/>
                  </a:lnTo>
                  <a:close/>
                </a:path>
                <a:path w="3215004" h="6096000">
                  <a:moveTo>
                    <a:pt x="13131" y="152400"/>
                  </a:moveTo>
                  <a:lnTo>
                    <a:pt x="13182" y="139700"/>
                  </a:lnTo>
                  <a:lnTo>
                    <a:pt x="5905" y="139700"/>
                  </a:lnTo>
                  <a:lnTo>
                    <a:pt x="8509" y="127000"/>
                  </a:lnTo>
                  <a:lnTo>
                    <a:pt x="11404" y="114300"/>
                  </a:lnTo>
                  <a:lnTo>
                    <a:pt x="20421" y="114300"/>
                  </a:lnTo>
                  <a:lnTo>
                    <a:pt x="17602" y="127000"/>
                  </a:lnTo>
                  <a:lnTo>
                    <a:pt x="15189" y="139700"/>
                  </a:lnTo>
                  <a:lnTo>
                    <a:pt x="13131" y="152400"/>
                  </a:lnTo>
                  <a:close/>
                </a:path>
                <a:path w="3215004" h="6096000">
                  <a:moveTo>
                    <a:pt x="3201771" y="152400"/>
                  </a:moveTo>
                  <a:lnTo>
                    <a:pt x="3199777" y="139700"/>
                  </a:lnTo>
                  <a:lnTo>
                    <a:pt x="3197364" y="127000"/>
                  </a:lnTo>
                  <a:lnTo>
                    <a:pt x="3194481" y="114300"/>
                  </a:lnTo>
                  <a:lnTo>
                    <a:pt x="3203422" y="114300"/>
                  </a:lnTo>
                  <a:lnTo>
                    <a:pt x="3206394" y="127000"/>
                  </a:lnTo>
                  <a:lnTo>
                    <a:pt x="3208934" y="139700"/>
                  </a:lnTo>
                  <a:lnTo>
                    <a:pt x="3201720" y="139700"/>
                  </a:lnTo>
                  <a:lnTo>
                    <a:pt x="3201771" y="152400"/>
                  </a:lnTo>
                  <a:close/>
                </a:path>
                <a:path w="3215004" h="6096000">
                  <a:moveTo>
                    <a:pt x="9753" y="177800"/>
                  </a:moveTo>
                  <a:lnTo>
                    <a:pt x="241" y="177800"/>
                  </a:lnTo>
                  <a:lnTo>
                    <a:pt x="952" y="165100"/>
                  </a:lnTo>
                  <a:lnTo>
                    <a:pt x="2146" y="152400"/>
                  </a:lnTo>
                  <a:lnTo>
                    <a:pt x="3848" y="139700"/>
                  </a:lnTo>
                  <a:lnTo>
                    <a:pt x="13182" y="139700"/>
                  </a:lnTo>
                  <a:lnTo>
                    <a:pt x="11595" y="152400"/>
                  </a:lnTo>
                  <a:lnTo>
                    <a:pt x="10452" y="165100"/>
                  </a:lnTo>
                  <a:lnTo>
                    <a:pt x="9753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62" y="177800"/>
                  </a:lnTo>
                  <a:lnTo>
                    <a:pt x="3204476" y="165100"/>
                  </a:lnTo>
                  <a:lnTo>
                    <a:pt x="3203346" y="152400"/>
                  </a:lnTo>
                  <a:lnTo>
                    <a:pt x="3201720" y="139700"/>
                  </a:lnTo>
                  <a:lnTo>
                    <a:pt x="3211055" y="139700"/>
                  </a:lnTo>
                  <a:lnTo>
                    <a:pt x="3212719" y="152400"/>
                  </a:lnTo>
                  <a:lnTo>
                    <a:pt x="3213925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40" y="5918200"/>
                  </a:moveTo>
                  <a:lnTo>
                    <a:pt x="253" y="5918200"/>
                  </a:lnTo>
                  <a:lnTo>
                    <a:pt x="0" y="5905500"/>
                  </a:lnTo>
                  <a:lnTo>
                    <a:pt x="0" y="177800"/>
                  </a:lnTo>
                  <a:lnTo>
                    <a:pt x="9512" y="177800"/>
                  </a:lnTo>
                  <a:lnTo>
                    <a:pt x="9512" y="5905500"/>
                  </a:lnTo>
                  <a:lnTo>
                    <a:pt x="9740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49" y="5918200"/>
                  </a:lnTo>
                  <a:lnTo>
                    <a:pt x="3205391" y="5905500"/>
                  </a:lnTo>
                  <a:lnTo>
                    <a:pt x="3205391" y="177800"/>
                  </a:lnTo>
                  <a:lnTo>
                    <a:pt x="3214903" y="177800"/>
                  </a:lnTo>
                  <a:lnTo>
                    <a:pt x="3214916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170" y="6007100"/>
                  </a:moveTo>
                  <a:lnTo>
                    <a:pt x="27241" y="6007100"/>
                  </a:lnTo>
                  <a:lnTo>
                    <a:pt x="22821" y="5994400"/>
                  </a:lnTo>
                  <a:lnTo>
                    <a:pt x="18643" y="5981700"/>
                  </a:lnTo>
                  <a:lnTo>
                    <a:pt x="14859" y="5981700"/>
                  </a:lnTo>
                  <a:lnTo>
                    <a:pt x="11480" y="5969000"/>
                  </a:lnTo>
                  <a:lnTo>
                    <a:pt x="8509" y="5956300"/>
                  </a:lnTo>
                  <a:lnTo>
                    <a:pt x="5968" y="5956300"/>
                  </a:lnTo>
                  <a:lnTo>
                    <a:pt x="3848" y="5943600"/>
                  </a:lnTo>
                  <a:lnTo>
                    <a:pt x="2184" y="5930900"/>
                  </a:lnTo>
                  <a:lnTo>
                    <a:pt x="977" y="5918200"/>
                  </a:lnTo>
                  <a:lnTo>
                    <a:pt x="10426" y="5918200"/>
                  </a:lnTo>
                  <a:lnTo>
                    <a:pt x="11569" y="5930900"/>
                  </a:lnTo>
                  <a:lnTo>
                    <a:pt x="13131" y="5943600"/>
                  </a:lnTo>
                  <a:lnTo>
                    <a:pt x="15125" y="5943600"/>
                  </a:lnTo>
                  <a:lnTo>
                    <a:pt x="17538" y="5956300"/>
                  </a:lnTo>
                  <a:lnTo>
                    <a:pt x="20345" y="5969000"/>
                  </a:lnTo>
                  <a:lnTo>
                    <a:pt x="23545" y="5969000"/>
                  </a:lnTo>
                  <a:lnTo>
                    <a:pt x="27127" y="5981700"/>
                  </a:lnTo>
                  <a:lnTo>
                    <a:pt x="31076" y="5994400"/>
                  </a:lnTo>
                  <a:lnTo>
                    <a:pt x="35382" y="5994400"/>
                  </a:lnTo>
                  <a:lnTo>
                    <a:pt x="40170" y="6007100"/>
                  </a:lnTo>
                  <a:close/>
                </a:path>
                <a:path w="3215004" h="6096000">
                  <a:moveTo>
                    <a:pt x="3187661" y="6007100"/>
                  </a:moveTo>
                  <a:lnTo>
                    <a:pt x="3174746" y="6007100"/>
                  </a:lnTo>
                  <a:lnTo>
                    <a:pt x="3179406" y="5994400"/>
                  </a:lnTo>
                  <a:lnTo>
                    <a:pt x="3183724" y="5994400"/>
                  </a:lnTo>
                  <a:lnTo>
                    <a:pt x="3187674" y="5981700"/>
                  </a:lnTo>
                  <a:lnTo>
                    <a:pt x="3191268" y="5969000"/>
                  </a:lnTo>
                  <a:lnTo>
                    <a:pt x="3194481" y="5969000"/>
                  </a:lnTo>
                  <a:lnTo>
                    <a:pt x="3197301" y="5956300"/>
                  </a:lnTo>
                  <a:lnTo>
                    <a:pt x="3199714" y="5943600"/>
                  </a:lnTo>
                  <a:lnTo>
                    <a:pt x="3201720" y="5943600"/>
                  </a:lnTo>
                  <a:lnTo>
                    <a:pt x="3203308" y="5930900"/>
                  </a:lnTo>
                  <a:lnTo>
                    <a:pt x="3204451" y="5918200"/>
                  </a:lnTo>
                  <a:lnTo>
                    <a:pt x="3213950" y="5918200"/>
                  </a:lnTo>
                  <a:lnTo>
                    <a:pt x="3212757" y="5930900"/>
                  </a:lnTo>
                  <a:lnTo>
                    <a:pt x="3211106" y="5943600"/>
                  </a:lnTo>
                  <a:lnTo>
                    <a:pt x="3208997" y="5956300"/>
                  </a:lnTo>
                  <a:lnTo>
                    <a:pt x="3206394" y="5956300"/>
                  </a:lnTo>
                  <a:lnTo>
                    <a:pt x="3203498" y="5969000"/>
                  </a:lnTo>
                  <a:lnTo>
                    <a:pt x="3200133" y="5981700"/>
                  </a:lnTo>
                  <a:lnTo>
                    <a:pt x="3196361" y="5981700"/>
                  </a:lnTo>
                  <a:lnTo>
                    <a:pt x="3192195" y="5994400"/>
                  </a:lnTo>
                  <a:lnTo>
                    <a:pt x="3187661" y="6007100"/>
                  </a:lnTo>
                  <a:close/>
                </a:path>
                <a:path w="3215004" h="6096000">
                  <a:moveTo>
                    <a:pt x="50482" y="6019800"/>
                  </a:moveTo>
                  <a:lnTo>
                    <a:pt x="37401" y="6019800"/>
                  </a:lnTo>
                  <a:lnTo>
                    <a:pt x="32270" y="6007100"/>
                  </a:lnTo>
                  <a:lnTo>
                    <a:pt x="45021" y="6007100"/>
                  </a:lnTo>
                  <a:lnTo>
                    <a:pt x="50482" y="6019800"/>
                  </a:lnTo>
                  <a:close/>
                </a:path>
                <a:path w="3215004" h="6096000">
                  <a:moveTo>
                    <a:pt x="3177374" y="6019800"/>
                  </a:moveTo>
                  <a:lnTo>
                    <a:pt x="3164420" y="6019800"/>
                  </a:lnTo>
                  <a:lnTo>
                    <a:pt x="3169881" y="6007100"/>
                  </a:lnTo>
                  <a:lnTo>
                    <a:pt x="3182632" y="6007100"/>
                  </a:lnTo>
                  <a:lnTo>
                    <a:pt x="3177374" y="6019800"/>
                  </a:lnTo>
                  <a:close/>
                </a:path>
                <a:path w="3215004" h="6096000">
                  <a:moveTo>
                    <a:pt x="62052" y="6032500"/>
                  </a:moveTo>
                  <a:lnTo>
                    <a:pt x="48920" y="6032500"/>
                  </a:lnTo>
                  <a:lnTo>
                    <a:pt x="42989" y="6019800"/>
                  </a:lnTo>
                  <a:lnTo>
                    <a:pt x="55968" y="6019800"/>
                  </a:lnTo>
                  <a:lnTo>
                    <a:pt x="62052" y="6032500"/>
                  </a:lnTo>
                  <a:close/>
                </a:path>
                <a:path w="3215004" h="6096000">
                  <a:moveTo>
                    <a:pt x="3165830" y="6032500"/>
                  </a:moveTo>
                  <a:lnTo>
                    <a:pt x="3152851" y="6032500"/>
                  </a:lnTo>
                  <a:lnTo>
                    <a:pt x="3158947" y="6019800"/>
                  </a:lnTo>
                  <a:lnTo>
                    <a:pt x="3171761" y="6019800"/>
                  </a:lnTo>
                  <a:lnTo>
                    <a:pt x="3165830" y="6032500"/>
                  </a:lnTo>
                  <a:close/>
                </a:path>
                <a:path w="3215004" h="6096000">
                  <a:moveTo>
                    <a:pt x="74777" y="6045200"/>
                  </a:moveTo>
                  <a:lnTo>
                    <a:pt x="61696" y="6045200"/>
                  </a:lnTo>
                  <a:lnTo>
                    <a:pt x="55156" y="6032500"/>
                  </a:lnTo>
                  <a:lnTo>
                    <a:pt x="68110" y="6032500"/>
                  </a:lnTo>
                  <a:lnTo>
                    <a:pt x="74777" y="6045200"/>
                  </a:lnTo>
                  <a:close/>
                </a:path>
                <a:path w="3215004" h="6096000">
                  <a:moveTo>
                    <a:pt x="3153029" y="6045200"/>
                  </a:moveTo>
                  <a:lnTo>
                    <a:pt x="3140125" y="6045200"/>
                  </a:lnTo>
                  <a:lnTo>
                    <a:pt x="3146793" y="6032500"/>
                  </a:lnTo>
                  <a:lnTo>
                    <a:pt x="3159747" y="6032500"/>
                  </a:lnTo>
                  <a:lnTo>
                    <a:pt x="3153029" y="6045200"/>
                  </a:lnTo>
                  <a:close/>
                </a:path>
                <a:path w="3215004" h="6096000">
                  <a:moveTo>
                    <a:pt x="88569" y="6057900"/>
                  </a:moveTo>
                  <a:lnTo>
                    <a:pt x="75844" y="6057900"/>
                  </a:lnTo>
                  <a:lnTo>
                    <a:pt x="68541" y="6045200"/>
                  </a:lnTo>
                  <a:lnTo>
                    <a:pt x="81368" y="6045200"/>
                  </a:lnTo>
                  <a:lnTo>
                    <a:pt x="88569" y="6057900"/>
                  </a:lnTo>
                  <a:close/>
                </a:path>
                <a:path w="3215004" h="6096000">
                  <a:moveTo>
                    <a:pt x="3139249" y="6057900"/>
                  </a:moveTo>
                  <a:lnTo>
                    <a:pt x="3126333" y="6057900"/>
                  </a:lnTo>
                  <a:lnTo>
                    <a:pt x="3133534" y="6045200"/>
                  </a:lnTo>
                  <a:lnTo>
                    <a:pt x="3146183" y="6045200"/>
                  </a:lnTo>
                  <a:lnTo>
                    <a:pt x="3139249" y="6057900"/>
                  </a:lnTo>
                  <a:close/>
                </a:path>
                <a:path w="3215004" h="6096000">
                  <a:moveTo>
                    <a:pt x="111074" y="6070600"/>
                  </a:moveTo>
                  <a:lnTo>
                    <a:pt x="90893" y="6070600"/>
                  </a:lnTo>
                  <a:lnTo>
                    <a:pt x="83235" y="6057900"/>
                  </a:lnTo>
                  <a:lnTo>
                    <a:pt x="103136" y="6057900"/>
                  </a:lnTo>
                  <a:lnTo>
                    <a:pt x="111074" y="6070600"/>
                  </a:lnTo>
                  <a:close/>
                </a:path>
                <a:path w="3215004" h="6096000">
                  <a:moveTo>
                    <a:pt x="3124199" y="6070600"/>
                  </a:moveTo>
                  <a:lnTo>
                    <a:pt x="3103841" y="6070600"/>
                  </a:lnTo>
                  <a:lnTo>
                    <a:pt x="3111766" y="6057900"/>
                  </a:lnTo>
                  <a:lnTo>
                    <a:pt x="3131858" y="6057900"/>
                  </a:lnTo>
                  <a:lnTo>
                    <a:pt x="3124199" y="6070600"/>
                  </a:lnTo>
                  <a:close/>
                </a:path>
                <a:path w="3215004" h="6096000">
                  <a:moveTo>
                    <a:pt x="152615" y="6083300"/>
                  </a:moveTo>
                  <a:lnTo>
                    <a:pt x="115290" y="6083300"/>
                  </a:lnTo>
                  <a:lnTo>
                    <a:pt x="106934" y="6070600"/>
                  </a:lnTo>
                  <a:lnTo>
                    <a:pt x="143725" y="6070600"/>
                  </a:lnTo>
                  <a:lnTo>
                    <a:pt x="152615" y="6083300"/>
                  </a:lnTo>
                  <a:close/>
                </a:path>
                <a:path w="3215004" h="6096000">
                  <a:moveTo>
                    <a:pt x="3099828" y="6083300"/>
                  </a:moveTo>
                  <a:lnTo>
                    <a:pt x="3062287" y="6083300"/>
                  </a:lnTo>
                  <a:lnTo>
                    <a:pt x="3071177" y="6070600"/>
                  </a:lnTo>
                  <a:lnTo>
                    <a:pt x="3108185" y="6070600"/>
                  </a:lnTo>
                  <a:lnTo>
                    <a:pt x="3099828" y="6083300"/>
                  </a:lnTo>
                  <a:close/>
                </a:path>
                <a:path w="3215004" h="6096000">
                  <a:moveTo>
                    <a:pt x="3055137" y="6096000"/>
                  </a:moveTo>
                  <a:lnTo>
                    <a:pt x="160007" y="6096000"/>
                  </a:lnTo>
                  <a:lnTo>
                    <a:pt x="150710" y="6083300"/>
                  </a:lnTo>
                  <a:lnTo>
                    <a:pt x="3064421" y="6083300"/>
                  </a:lnTo>
                  <a:lnTo>
                    <a:pt x="3055137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4385284" y="3130334"/>
            <a:ext cx="3215005" cy="6096000"/>
            <a:chOff x="4385284" y="3130334"/>
            <a:chExt cx="3215005" cy="6096000"/>
          </a:xfrm>
        </p:grpSpPr>
        <p:sp>
          <p:nvSpPr>
            <p:cNvPr id="6" name="object 6"/>
            <p:cNvSpPr/>
            <p:nvPr/>
          </p:nvSpPr>
          <p:spPr>
            <a:xfrm>
              <a:off x="4390047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45" y="6088799"/>
                  </a:moveTo>
                  <a:lnTo>
                    <a:pt x="183832" y="6088799"/>
                  </a:lnTo>
                  <a:lnTo>
                    <a:pt x="134963" y="6082232"/>
                  </a:lnTo>
                  <a:lnTo>
                    <a:pt x="91050" y="6063699"/>
                  </a:lnTo>
                  <a:lnTo>
                    <a:pt x="53844" y="6034952"/>
                  </a:lnTo>
                  <a:lnTo>
                    <a:pt x="25099" y="5997744"/>
                  </a:lnTo>
                  <a:lnTo>
                    <a:pt x="6566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6" y="134971"/>
                  </a:lnTo>
                  <a:lnTo>
                    <a:pt x="25099" y="91054"/>
                  </a:lnTo>
                  <a:lnTo>
                    <a:pt x="53844" y="53846"/>
                  </a:lnTo>
                  <a:lnTo>
                    <a:pt x="91050" y="25099"/>
                  </a:lnTo>
                  <a:lnTo>
                    <a:pt x="134963" y="6567"/>
                  </a:lnTo>
                  <a:lnTo>
                    <a:pt x="183832" y="0"/>
                  </a:lnTo>
                  <a:lnTo>
                    <a:pt x="3021545" y="0"/>
                  </a:lnTo>
                  <a:lnTo>
                    <a:pt x="3070414" y="6567"/>
                  </a:lnTo>
                  <a:lnTo>
                    <a:pt x="3114327" y="25099"/>
                  </a:lnTo>
                  <a:lnTo>
                    <a:pt x="3151533" y="53846"/>
                  </a:lnTo>
                  <a:lnTo>
                    <a:pt x="3180278" y="91054"/>
                  </a:lnTo>
                  <a:lnTo>
                    <a:pt x="3198811" y="134971"/>
                  </a:lnTo>
                  <a:lnTo>
                    <a:pt x="3205378" y="183845"/>
                  </a:lnTo>
                  <a:lnTo>
                    <a:pt x="3205378" y="5904953"/>
                  </a:lnTo>
                  <a:lnTo>
                    <a:pt x="3198811" y="5953827"/>
                  </a:lnTo>
                  <a:lnTo>
                    <a:pt x="3180278" y="5997744"/>
                  </a:lnTo>
                  <a:lnTo>
                    <a:pt x="3151533" y="6034952"/>
                  </a:lnTo>
                  <a:lnTo>
                    <a:pt x="3114327" y="6063699"/>
                  </a:lnTo>
                  <a:lnTo>
                    <a:pt x="3070414" y="6082232"/>
                  </a:lnTo>
                  <a:lnTo>
                    <a:pt x="3021545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85284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387" y="12700"/>
                  </a:moveTo>
                  <a:lnTo>
                    <a:pt x="115074" y="12700"/>
                  </a:lnTo>
                  <a:lnTo>
                    <a:pt x="123647" y="0"/>
                  </a:lnTo>
                  <a:lnTo>
                    <a:pt x="161442" y="0"/>
                  </a:lnTo>
                  <a:lnTo>
                    <a:pt x="152387" y="12700"/>
                  </a:lnTo>
                  <a:close/>
                </a:path>
                <a:path w="3215004" h="6096000">
                  <a:moveTo>
                    <a:pt x="3099612" y="12700"/>
                  </a:moveTo>
                  <a:lnTo>
                    <a:pt x="3062516" y="12700"/>
                  </a:lnTo>
                  <a:lnTo>
                    <a:pt x="3053460" y="0"/>
                  </a:lnTo>
                  <a:lnTo>
                    <a:pt x="3091040" y="0"/>
                  </a:lnTo>
                  <a:lnTo>
                    <a:pt x="3099612" y="12700"/>
                  </a:lnTo>
                  <a:close/>
                </a:path>
                <a:path w="3215004" h="6096000">
                  <a:moveTo>
                    <a:pt x="110858" y="25400"/>
                  </a:moveTo>
                  <a:lnTo>
                    <a:pt x="90703" y="25400"/>
                  </a:lnTo>
                  <a:lnTo>
                    <a:pt x="98590" y="12700"/>
                  </a:lnTo>
                  <a:lnTo>
                    <a:pt x="118999" y="12700"/>
                  </a:lnTo>
                  <a:lnTo>
                    <a:pt x="110858" y="25400"/>
                  </a:lnTo>
                  <a:close/>
                </a:path>
                <a:path w="3215004" h="6096000">
                  <a:moveTo>
                    <a:pt x="3124009" y="25400"/>
                  </a:moveTo>
                  <a:lnTo>
                    <a:pt x="3104045" y="25400"/>
                  </a:lnTo>
                  <a:lnTo>
                    <a:pt x="3095904" y="12700"/>
                  </a:lnTo>
                  <a:lnTo>
                    <a:pt x="3116110" y="12700"/>
                  </a:lnTo>
                  <a:lnTo>
                    <a:pt x="3124009" y="25400"/>
                  </a:lnTo>
                  <a:close/>
                </a:path>
                <a:path w="3215004" h="6096000">
                  <a:moveTo>
                    <a:pt x="88379" y="38100"/>
                  </a:moveTo>
                  <a:lnTo>
                    <a:pt x="68719" y="38100"/>
                  </a:lnTo>
                  <a:lnTo>
                    <a:pt x="75844" y="25400"/>
                  </a:lnTo>
                  <a:lnTo>
                    <a:pt x="95846" y="25400"/>
                  </a:lnTo>
                  <a:lnTo>
                    <a:pt x="88379" y="38100"/>
                  </a:lnTo>
                  <a:close/>
                </a:path>
                <a:path w="3215004" h="6096000">
                  <a:moveTo>
                    <a:pt x="3146361" y="38100"/>
                  </a:moveTo>
                  <a:lnTo>
                    <a:pt x="3126524" y="38100"/>
                  </a:lnTo>
                  <a:lnTo>
                    <a:pt x="3119056" y="25400"/>
                  </a:lnTo>
                  <a:lnTo>
                    <a:pt x="3139236" y="25400"/>
                  </a:lnTo>
                  <a:lnTo>
                    <a:pt x="3146361" y="38100"/>
                  </a:lnTo>
                  <a:close/>
                </a:path>
                <a:path w="3215004" h="6096000">
                  <a:moveTo>
                    <a:pt x="68110" y="50800"/>
                  </a:moveTo>
                  <a:lnTo>
                    <a:pt x="55156" y="50800"/>
                  </a:lnTo>
                  <a:lnTo>
                    <a:pt x="61874" y="38100"/>
                  </a:lnTo>
                  <a:lnTo>
                    <a:pt x="74777" y="38100"/>
                  </a:lnTo>
                  <a:lnTo>
                    <a:pt x="68110" y="50800"/>
                  </a:lnTo>
                  <a:close/>
                </a:path>
                <a:path w="3215004" h="6096000">
                  <a:moveTo>
                    <a:pt x="3159747" y="50800"/>
                  </a:moveTo>
                  <a:lnTo>
                    <a:pt x="3146793" y="50800"/>
                  </a:lnTo>
                  <a:lnTo>
                    <a:pt x="3140125" y="38100"/>
                  </a:lnTo>
                  <a:lnTo>
                    <a:pt x="3153206" y="38100"/>
                  </a:lnTo>
                  <a:lnTo>
                    <a:pt x="3159747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41" y="63500"/>
                  </a:lnTo>
                  <a:lnTo>
                    <a:pt x="49072" y="50800"/>
                  </a:lnTo>
                  <a:lnTo>
                    <a:pt x="62052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13" y="63500"/>
                  </a:moveTo>
                  <a:lnTo>
                    <a:pt x="3158947" y="63500"/>
                  </a:lnTo>
                  <a:lnTo>
                    <a:pt x="3152851" y="50800"/>
                  </a:lnTo>
                  <a:lnTo>
                    <a:pt x="3165982" y="50800"/>
                  </a:lnTo>
                  <a:lnTo>
                    <a:pt x="3171913" y="63500"/>
                  </a:lnTo>
                  <a:close/>
                </a:path>
                <a:path w="3215004" h="6096000">
                  <a:moveTo>
                    <a:pt x="20345" y="127000"/>
                  </a:moveTo>
                  <a:lnTo>
                    <a:pt x="20421" y="114300"/>
                  </a:lnTo>
                  <a:lnTo>
                    <a:pt x="14770" y="114300"/>
                  </a:lnTo>
                  <a:lnTo>
                    <a:pt x="18541" y="101600"/>
                  </a:lnTo>
                  <a:lnTo>
                    <a:pt x="22707" y="88900"/>
                  </a:lnTo>
                  <a:lnTo>
                    <a:pt x="27241" y="88900"/>
                  </a:lnTo>
                  <a:lnTo>
                    <a:pt x="32143" y="76200"/>
                  </a:lnTo>
                  <a:lnTo>
                    <a:pt x="37541" y="63500"/>
                  </a:lnTo>
                  <a:lnTo>
                    <a:pt x="50482" y="63500"/>
                  </a:lnTo>
                  <a:lnTo>
                    <a:pt x="45021" y="76200"/>
                  </a:lnTo>
                  <a:lnTo>
                    <a:pt x="40170" y="76200"/>
                  </a:lnTo>
                  <a:lnTo>
                    <a:pt x="35496" y="88900"/>
                  </a:lnTo>
                  <a:lnTo>
                    <a:pt x="31191" y="101600"/>
                  </a:lnTo>
                  <a:lnTo>
                    <a:pt x="27228" y="101600"/>
                  </a:lnTo>
                  <a:lnTo>
                    <a:pt x="23634" y="114300"/>
                  </a:lnTo>
                  <a:lnTo>
                    <a:pt x="20345" y="127000"/>
                  </a:lnTo>
                  <a:close/>
                </a:path>
                <a:path w="3215004" h="6096000">
                  <a:moveTo>
                    <a:pt x="3194557" y="127000"/>
                  </a:moveTo>
                  <a:lnTo>
                    <a:pt x="3191357" y="114300"/>
                  </a:lnTo>
                  <a:lnTo>
                    <a:pt x="3187776" y="101600"/>
                  </a:lnTo>
                  <a:lnTo>
                    <a:pt x="3183826" y="101600"/>
                  </a:lnTo>
                  <a:lnTo>
                    <a:pt x="3179521" y="88900"/>
                  </a:lnTo>
                  <a:lnTo>
                    <a:pt x="3174873" y="76200"/>
                  </a:lnTo>
                  <a:lnTo>
                    <a:pt x="3169881" y="76200"/>
                  </a:lnTo>
                  <a:lnTo>
                    <a:pt x="3164420" y="63500"/>
                  </a:lnTo>
                  <a:lnTo>
                    <a:pt x="3177501" y="63500"/>
                  </a:lnTo>
                  <a:lnTo>
                    <a:pt x="3182632" y="76200"/>
                  </a:lnTo>
                  <a:lnTo>
                    <a:pt x="3187534" y="88900"/>
                  </a:lnTo>
                  <a:lnTo>
                    <a:pt x="3192081" y="88900"/>
                  </a:lnTo>
                  <a:lnTo>
                    <a:pt x="3196259" y="101600"/>
                  </a:lnTo>
                  <a:lnTo>
                    <a:pt x="3200044" y="114300"/>
                  </a:lnTo>
                  <a:lnTo>
                    <a:pt x="3194481" y="114300"/>
                  </a:lnTo>
                  <a:lnTo>
                    <a:pt x="3194557" y="127000"/>
                  </a:lnTo>
                  <a:close/>
                </a:path>
                <a:path w="3215004" h="6096000">
                  <a:moveTo>
                    <a:pt x="13131" y="152400"/>
                  </a:moveTo>
                  <a:lnTo>
                    <a:pt x="13182" y="139700"/>
                  </a:lnTo>
                  <a:lnTo>
                    <a:pt x="5905" y="139700"/>
                  </a:lnTo>
                  <a:lnTo>
                    <a:pt x="8509" y="127000"/>
                  </a:lnTo>
                  <a:lnTo>
                    <a:pt x="11404" y="114300"/>
                  </a:lnTo>
                  <a:lnTo>
                    <a:pt x="20421" y="114300"/>
                  </a:lnTo>
                  <a:lnTo>
                    <a:pt x="17602" y="127000"/>
                  </a:lnTo>
                  <a:lnTo>
                    <a:pt x="15189" y="139700"/>
                  </a:lnTo>
                  <a:lnTo>
                    <a:pt x="13131" y="152400"/>
                  </a:lnTo>
                  <a:close/>
                </a:path>
                <a:path w="3215004" h="6096000">
                  <a:moveTo>
                    <a:pt x="3201771" y="152400"/>
                  </a:moveTo>
                  <a:lnTo>
                    <a:pt x="3199777" y="139700"/>
                  </a:lnTo>
                  <a:lnTo>
                    <a:pt x="3197364" y="127000"/>
                  </a:lnTo>
                  <a:lnTo>
                    <a:pt x="3194481" y="114300"/>
                  </a:lnTo>
                  <a:lnTo>
                    <a:pt x="3203422" y="114300"/>
                  </a:lnTo>
                  <a:lnTo>
                    <a:pt x="3206394" y="127000"/>
                  </a:lnTo>
                  <a:lnTo>
                    <a:pt x="3208934" y="139700"/>
                  </a:lnTo>
                  <a:lnTo>
                    <a:pt x="3201720" y="139700"/>
                  </a:lnTo>
                  <a:lnTo>
                    <a:pt x="3201771" y="152400"/>
                  </a:lnTo>
                  <a:close/>
                </a:path>
                <a:path w="3215004" h="6096000">
                  <a:moveTo>
                    <a:pt x="9753" y="177800"/>
                  </a:moveTo>
                  <a:lnTo>
                    <a:pt x="241" y="177800"/>
                  </a:lnTo>
                  <a:lnTo>
                    <a:pt x="952" y="165100"/>
                  </a:lnTo>
                  <a:lnTo>
                    <a:pt x="2146" y="152400"/>
                  </a:lnTo>
                  <a:lnTo>
                    <a:pt x="3848" y="139700"/>
                  </a:lnTo>
                  <a:lnTo>
                    <a:pt x="13182" y="139700"/>
                  </a:lnTo>
                  <a:lnTo>
                    <a:pt x="11595" y="152400"/>
                  </a:lnTo>
                  <a:lnTo>
                    <a:pt x="10452" y="165100"/>
                  </a:lnTo>
                  <a:lnTo>
                    <a:pt x="9753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62" y="177800"/>
                  </a:lnTo>
                  <a:lnTo>
                    <a:pt x="3204476" y="165100"/>
                  </a:lnTo>
                  <a:lnTo>
                    <a:pt x="3203346" y="152400"/>
                  </a:lnTo>
                  <a:lnTo>
                    <a:pt x="3201720" y="139700"/>
                  </a:lnTo>
                  <a:lnTo>
                    <a:pt x="3211055" y="139700"/>
                  </a:lnTo>
                  <a:lnTo>
                    <a:pt x="3212719" y="152400"/>
                  </a:lnTo>
                  <a:lnTo>
                    <a:pt x="3213925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40" y="5918200"/>
                  </a:moveTo>
                  <a:lnTo>
                    <a:pt x="253" y="5918200"/>
                  </a:lnTo>
                  <a:lnTo>
                    <a:pt x="0" y="5905500"/>
                  </a:lnTo>
                  <a:lnTo>
                    <a:pt x="0" y="177800"/>
                  </a:lnTo>
                  <a:lnTo>
                    <a:pt x="9512" y="177800"/>
                  </a:lnTo>
                  <a:lnTo>
                    <a:pt x="9512" y="5905500"/>
                  </a:lnTo>
                  <a:lnTo>
                    <a:pt x="9740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49" y="5918200"/>
                  </a:lnTo>
                  <a:lnTo>
                    <a:pt x="3205378" y="5905500"/>
                  </a:lnTo>
                  <a:lnTo>
                    <a:pt x="3205378" y="177800"/>
                  </a:lnTo>
                  <a:lnTo>
                    <a:pt x="3214903" y="177800"/>
                  </a:lnTo>
                  <a:lnTo>
                    <a:pt x="3214903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170" y="6007100"/>
                  </a:moveTo>
                  <a:lnTo>
                    <a:pt x="27241" y="6007100"/>
                  </a:lnTo>
                  <a:lnTo>
                    <a:pt x="22821" y="5994400"/>
                  </a:lnTo>
                  <a:lnTo>
                    <a:pt x="18643" y="5981700"/>
                  </a:lnTo>
                  <a:lnTo>
                    <a:pt x="14859" y="5981700"/>
                  </a:lnTo>
                  <a:lnTo>
                    <a:pt x="11480" y="5969000"/>
                  </a:lnTo>
                  <a:lnTo>
                    <a:pt x="8509" y="5956300"/>
                  </a:lnTo>
                  <a:lnTo>
                    <a:pt x="5968" y="5956300"/>
                  </a:lnTo>
                  <a:lnTo>
                    <a:pt x="3848" y="5943600"/>
                  </a:lnTo>
                  <a:lnTo>
                    <a:pt x="2184" y="5930900"/>
                  </a:lnTo>
                  <a:lnTo>
                    <a:pt x="977" y="5918200"/>
                  </a:lnTo>
                  <a:lnTo>
                    <a:pt x="10426" y="5918200"/>
                  </a:lnTo>
                  <a:lnTo>
                    <a:pt x="11569" y="5930900"/>
                  </a:lnTo>
                  <a:lnTo>
                    <a:pt x="13131" y="5943600"/>
                  </a:lnTo>
                  <a:lnTo>
                    <a:pt x="15125" y="5943600"/>
                  </a:lnTo>
                  <a:lnTo>
                    <a:pt x="17538" y="5956300"/>
                  </a:lnTo>
                  <a:lnTo>
                    <a:pt x="20345" y="5969000"/>
                  </a:lnTo>
                  <a:lnTo>
                    <a:pt x="23545" y="5969000"/>
                  </a:lnTo>
                  <a:lnTo>
                    <a:pt x="27127" y="5981700"/>
                  </a:lnTo>
                  <a:lnTo>
                    <a:pt x="31076" y="5994400"/>
                  </a:lnTo>
                  <a:lnTo>
                    <a:pt x="35382" y="5994400"/>
                  </a:lnTo>
                  <a:lnTo>
                    <a:pt x="40170" y="6007100"/>
                  </a:lnTo>
                  <a:close/>
                </a:path>
                <a:path w="3215004" h="6096000">
                  <a:moveTo>
                    <a:pt x="3187661" y="6007100"/>
                  </a:moveTo>
                  <a:lnTo>
                    <a:pt x="3174746" y="6007100"/>
                  </a:lnTo>
                  <a:lnTo>
                    <a:pt x="3179406" y="5994400"/>
                  </a:lnTo>
                  <a:lnTo>
                    <a:pt x="3183724" y="5994400"/>
                  </a:lnTo>
                  <a:lnTo>
                    <a:pt x="3187674" y="5981700"/>
                  </a:lnTo>
                  <a:lnTo>
                    <a:pt x="3191268" y="5969000"/>
                  </a:lnTo>
                  <a:lnTo>
                    <a:pt x="3194481" y="5969000"/>
                  </a:lnTo>
                  <a:lnTo>
                    <a:pt x="3197301" y="5956300"/>
                  </a:lnTo>
                  <a:lnTo>
                    <a:pt x="3199714" y="5943600"/>
                  </a:lnTo>
                  <a:lnTo>
                    <a:pt x="3201720" y="5943600"/>
                  </a:lnTo>
                  <a:lnTo>
                    <a:pt x="3203308" y="5930900"/>
                  </a:lnTo>
                  <a:lnTo>
                    <a:pt x="3204451" y="5918200"/>
                  </a:lnTo>
                  <a:lnTo>
                    <a:pt x="3213950" y="5918200"/>
                  </a:lnTo>
                  <a:lnTo>
                    <a:pt x="3212757" y="5930900"/>
                  </a:lnTo>
                  <a:lnTo>
                    <a:pt x="3211106" y="5943600"/>
                  </a:lnTo>
                  <a:lnTo>
                    <a:pt x="3208997" y="5956300"/>
                  </a:lnTo>
                  <a:lnTo>
                    <a:pt x="3206394" y="5956300"/>
                  </a:lnTo>
                  <a:lnTo>
                    <a:pt x="3203498" y="5969000"/>
                  </a:lnTo>
                  <a:lnTo>
                    <a:pt x="3200133" y="5981700"/>
                  </a:lnTo>
                  <a:lnTo>
                    <a:pt x="3196361" y="5981700"/>
                  </a:lnTo>
                  <a:lnTo>
                    <a:pt x="3192195" y="5994400"/>
                  </a:lnTo>
                  <a:lnTo>
                    <a:pt x="3187661" y="6007100"/>
                  </a:lnTo>
                  <a:close/>
                </a:path>
                <a:path w="3215004" h="6096000">
                  <a:moveTo>
                    <a:pt x="50482" y="6019800"/>
                  </a:moveTo>
                  <a:lnTo>
                    <a:pt x="37401" y="6019800"/>
                  </a:lnTo>
                  <a:lnTo>
                    <a:pt x="32270" y="6007100"/>
                  </a:lnTo>
                  <a:lnTo>
                    <a:pt x="45021" y="6007100"/>
                  </a:lnTo>
                  <a:lnTo>
                    <a:pt x="50482" y="6019800"/>
                  </a:lnTo>
                  <a:close/>
                </a:path>
                <a:path w="3215004" h="6096000">
                  <a:moveTo>
                    <a:pt x="3177362" y="6019800"/>
                  </a:moveTo>
                  <a:lnTo>
                    <a:pt x="3164420" y="6019800"/>
                  </a:lnTo>
                  <a:lnTo>
                    <a:pt x="3169881" y="6007100"/>
                  </a:lnTo>
                  <a:lnTo>
                    <a:pt x="3182759" y="6007100"/>
                  </a:lnTo>
                  <a:lnTo>
                    <a:pt x="3177362" y="6019800"/>
                  </a:lnTo>
                  <a:close/>
                </a:path>
                <a:path w="3215004" h="6096000">
                  <a:moveTo>
                    <a:pt x="62052" y="6032500"/>
                  </a:moveTo>
                  <a:lnTo>
                    <a:pt x="48920" y="6032500"/>
                  </a:lnTo>
                  <a:lnTo>
                    <a:pt x="42989" y="6019800"/>
                  </a:lnTo>
                  <a:lnTo>
                    <a:pt x="55968" y="6019800"/>
                  </a:lnTo>
                  <a:lnTo>
                    <a:pt x="62052" y="6032500"/>
                  </a:lnTo>
                  <a:close/>
                </a:path>
                <a:path w="3215004" h="6096000">
                  <a:moveTo>
                    <a:pt x="3165830" y="6032500"/>
                  </a:moveTo>
                  <a:lnTo>
                    <a:pt x="3152851" y="6032500"/>
                  </a:lnTo>
                  <a:lnTo>
                    <a:pt x="3158947" y="6019800"/>
                  </a:lnTo>
                  <a:lnTo>
                    <a:pt x="3171761" y="6019800"/>
                  </a:lnTo>
                  <a:lnTo>
                    <a:pt x="3165830" y="6032500"/>
                  </a:lnTo>
                  <a:close/>
                </a:path>
                <a:path w="3215004" h="6096000">
                  <a:moveTo>
                    <a:pt x="74777" y="6045200"/>
                  </a:moveTo>
                  <a:lnTo>
                    <a:pt x="61696" y="6045200"/>
                  </a:lnTo>
                  <a:lnTo>
                    <a:pt x="55156" y="6032500"/>
                  </a:lnTo>
                  <a:lnTo>
                    <a:pt x="68110" y="6032500"/>
                  </a:lnTo>
                  <a:lnTo>
                    <a:pt x="74777" y="6045200"/>
                  </a:lnTo>
                  <a:close/>
                </a:path>
                <a:path w="3215004" h="6096000">
                  <a:moveTo>
                    <a:pt x="3153029" y="6045200"/>
                  </a:moveTo>
                  <a:lnTo>
                    <a:pt x="3140125" y="6045200"/>
                  </a:lnTo>
                  <a:lnTo>
                    <a:pt x="3146793" y="6032500"/>
                  </a:lnTo>
                  <a:lnTo>
                    <a:pt x="3159747" y="6032500"/>
                  </a:lnTo>
                  <a:lnTo>
                    <a:pt x="3153029" y="6045200"/>
                  </a:lnTo>
                  <a:close/>
                </a:path>
                <a:path w="3215004" h="6096000">
                  <a:moveTo>
                    <a:pt x="88569" y="6057900"/>
                  </a:moveTo>
                  <a:lnTo>
                    <a:pt x="75844" y="6057900"/>
                  </a:lnTo>
                  <a:lnTo>
                    <a:pt x="68541" y="6045200"/>
                  </a:lnTo>
                  <a:lnTo>
                    <a:pt x="81368" y="6045200"/>
                  </a:lnTo>
                  <a:lnTo>
                    <a:pt x="88569" y="6057900"/>
                  </a:lnTo>
                  <a:close/>
                </a:path>
                <a:path w="3215004" h="6096000">
                  <a:moveTo>
                    <a:pt x="3139236" y="6057900"/>
                  </a:moveTo>
                  <a:lnTo>
                    <a:pt x="3126333" y="6057900"/>
                  </a:lnTo>
                  <a:lnTo>
                    <a:pt x="3133534" y="6045200"/>
                  </a:lnTo>
                  <a:lnTo>
                    <a:pt x="3146183" y="6045200"/>
                  </a:lnTo>
                  <a:lnTo>
                    <a:pt x="3139236" y="6057900"/>
                  </a:lnTo>
                  <a:close/>
                </a:path>
                <a:path w="3215004" h="6096000">
                  <a:moveTo>
                    <a:pt x="111061" y="6070600"/>
                  </a:moveTo>
                  <a:lnTo>
                    <a:pt x="90893" y="6070600"/>
                  </a:lnTo>
                  <a:lnTo>
                    <a:pt x="83235" y="6057900"/>
                  </a:lnTo>
                  <a:lnTo>
                    <a:pt x="103136" y="6057900"/>
                  </a:lnTo>
                  <a:lnTo>
                    <a:pt x="111061" y="6070600"/>
                  </a:lnTo>
                  <a:close/>
                </a:path>
                <a:path w="3215004" h="6096000">
                  <a:moveTo>
                    <a:pt x="3124200" y="6070600"/>
                  </a:moveTo>
                  <a:lnTo>
                    <a:pt x="3103841" y="6070600"/>
                  </a:lnTo>
                  <a:lnTo>
                    <a:pt x="3111766" y="6057900"/>
                  </a:lnTo>
                  <a:lnTo>
                    <a:pt x="3131858" y="6057900"/>
                  </a:lnTo>
                  <a:lnTo>
                    <a:pt x="3124200" y="6070600"/>
                  </a:lnTo>
                  <a:close/>
                </a:path>
                <a:path w="3215004" h="6096000">
                  <a:moveTo>
                    <a:pt x="152615" y="6083300"/>
                  </a:moveTo>
                  <a:lnTo>
                    <a:pt x="115290" y="6083300"/>
                  </a:lnTo>
                  <a:lnTo>
                    <a:pt x="106934" y="6070600"/>
                  </a:lnTo>
                  <a:lnTo>
                    <a:pt x="143725" y="6070600"/>
                  </a:lnTo>
                  <a:lnTo>
                    <a:pt x="152615" y="6083300"/>
                  </a:lnTo>
                  <a:close/>
                </a:path>
                <a:path w="3215004" h="6096000">
                  <a:moveTo>
                    <a:pt x="3099828" y="6083300"/>
                  </a:moveTo>
                  <a:lnTo>
                    <a:pt x="3062287" y="6083300"/>
                  </a:lnTo>
                  <a:lnTo>
                    <a:pt x="3071177" y="6070600"/>
                  </a:lnTo>
                  <a:lnTo>
                    <a:pt x="3108172" y="6070600"/>
                  </a:lnTo>
                  <a:lnTo>
                    <a:pt x="3099828" y="6083300"/>
                  </a:lnTo>
                  <a:close/>
                </a:path>
                <a:path w="3215004" h="6096000">
                  <a:moveTo>
                    <a:pt x="3055137" y="6096000"/>
                  </a:moveTo>
                  <a:lnTo>
                    <a:pt x="160007" y="6096000"/>
                  </a:lnTo>
                  <a:lnTo>
                    <a:pt x="150710" y="6083300"/>
                  </a:lnTo>
                  <a:lnTo>
                    <a:pt x="3064421" y="6083300"/>
                  </a:lnTo>
                  <a:lnTo>
                    <a:pt x="3055137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7990713" y="3130334"/>
            <a:ext cx="3215005" cy="6096000"/>
            <a:chOff x="7990713" y="3130334"/>
            <a:chExt cx="3215005" cy="6096000"/>
          </a:xfrm>
        </p:grpSpPr>
        <p:sp>
          <p:nvSpPr>
            <p:cNvPr id="9" name="object 9"/>
            <p:cNvSpPr/>
            <p:nvPr/>
          </p:nvSpPr>
          <p:spPr>
            <a:xfrm>
              <a:off x="7995475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58" y="6088799"/>
                  </a:moveTo>
                  <a:lnTo>
                    <a:pt x="183845" y="6088799"/>
                  </a:lnTo>
                  <a:lnTo>
                    <a:pt x="134975" y="6082232"/>
                  </a:lnTo>
                  <a:lnTo>
                    <a:pt x="91059" y="6063699"/>
                  </a:lnTo>
                  <a:lnTo>
                    <a:pt x="53851" y="6034952"/>
                  </a:lnTo>
                  <a:lnTo>
                    <a:pt x="25102" y="5997744"/>
                  </a:lnTo>
                  <a:lnTo>
                    <a:pt x="6567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7" y="134971"/>
                  </a:lnTo>
                  <a:lnTo>
                    <a:pt x="25102" y="91054"/>
                  </a:lnTo>
                  <a:lnTo>
                    <a:pt x="53851" y="53846"/>
                  </a:lnTo>
                  <a:lnTo>
                    <a:pt x="91059" y="25099"/>
                  </a:lnTo>
                  <a:lnTo>
                    <a:pt x="134975" y="6567"/>
                  </a:lnTo>
                  <a:lnTo>
                    <a:pt x="183845" y="0"/>
                  </a:lnTo>
                  <a:lnTo>
                    <a:pt x="3021558" y="0"/>
                  </a:lnTo>
                  <a:lnTo>
                    <a:pt x="3070427" y="6567"/>
                  </a:lnTo>
                  <a:lnTo>
                    <a:pt x="3114340" y="25099"/>
                  </a:lnTo>
                  <a:lnTo>
                    <a:pt x="3151546" y="53846"/>
                  </a:lnTo>
                  <a:lnTo>
                    <a:pt x="3180291" y="91054"/>
                  </a:lnTo>
                  <a:lnTo>
                    <a:pt x="3198824" y="134971"/>
                  </a:lnTo>
                  <a:lnTo>
                    <a:pt x="3205391" y="183845"/>
                  </a:lnTo>
                  <a:lnTo>
                    <a:pt x="3205391" y="5904953"/>
                  </a:lnTo>
                  <a:lnTo>
                    <a:pt x="3198824" y="5953827"/>
                  </a:lnTo>
                  <a:lnTo>
                    <a:pt x="3180291" y="5997744"/>
                  </a:lnTo>
                  <a:lnTo>
                    <a:pt x="3151546" y="6034952"/>
                  </a:lnTo>
                  <a:lnTo>
                    <a:pt x="3114340" y="6063699"/>
                  </a:lnTo>
                  <a:lnTo>
                    <a:pt x="3070427" y="6082232"/>
                  </a:lnTo>
                  <a:lnTo>
                    <a:pt x="3021558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990713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400" y="12700"/>
                  </a:moveTo>
                  <a:lnTo>
                    <a:pt x="115087" y="12700"/>
                  </a:lnTo>
                  <a:lnTo>
                    <a:pt x="123647" y="0"/>
                  </a:lnTo>
                  <a:lnTo>
                    <a:pt x="161455" y="0"/>
                  </a:lnTo>
                  <a:lnTo>
                    <a:pt x="152400" y="12700"/>
                  </a:lnTo>
                  <a:close/>
                </a:path>
                <a:path w="3215004" h="6096000">
                  <a:moveTo>
                    <a:pt x="3099625" y="12700"/>
                  </a:moveTo>
                  <a:lnTo>
                    <a:pt x="3062528" y="12700"/>
                  </a:lnTo>
                  <a:lnTo>
                    <a:pt x="3053473" y="0"/>
                  </a:lnTo>
                  <a:lnTo>
                    <a:pt x="3091053" y="0"/>
                  </a:lnTo>
                  <a:lnTo>
                    <a:pt x="3099625" y="12700"/>
                  </a:lnTo>
                  <a:close/>
                </a:path>
                <a:path w="3215004" h="6096000">
                  <a:moveTo>
                    <a:pt x="110870" y="25400"/>
                  </a:moveTo>
                  <a:lnTo>
                    <a:pt x="90716" y="25400"/>
                  </a:lnTo>
                  <a:lnTo>
                    <a:pt x="98602" y="12700"/>
                  </a:lnTo>
                  <a:lnTo>
                    <a:pt x="119011" y="12700"/>
                  </a:lnTo>
                  <a:lnTo>
                    <a:pt x="110870" y="25400"/>
                  </a:lnTo>
                  <a:close/>
                </a:path>
                <a:path w="3215004" h="6096000">
                  <a:moveTo>
                    <a:pt x="3124022" y="25400"/>
                  </a:moveTo>
                  <a:lnTo>
                    <a:pt x="3104057" y="25400"/>
                  </a:lnTo>
                  <a:lnTo>
                    <a:pt x="3095917" y="12700"/>
                  </a:lnTo>
                  <a:lnTo>
                    <a:pt x="3116122" y="12700"/>
                  </a:lnTo>
                  <a:lnTo>
                    <a:pt x="3124022" y="25400"/>
                  </a:lnTo>
                  <a:close/>
                </a:path>
                <a:path w="3215004" h="6096000">
                  <a:moveTo>
                    <a:pt x="88391" y="38100"/>
                  </a:moveTo>
                  <a:lnTo>
                    <a:pt x="68732" y="38100"/>
                  </a:lnTo>
                  <a:lnTo>
                    <a:pt x="75857" y="25400"/>
                  </a:lnTo>
                  <a:lnTo>
                    <a:pt x="95846" y="25400"/>
                  </a:lnTo>
                  <a:lnTo>
                    <a:pt x="88391" y="38100"/>
                  </a:lnTo>
                  <a:close/>
                </a:path>
                <a:path w="3215004" h="6096000">
                  <a:moveTo>
                    <a:pt x="3146374" y="38100"/>
                  </a:moveTo>
                  <a:lnTo>
                    <a:pt x="3126536" y="38100"/>
                  </a:lnTo>
                  <a:lnTo>
                    <a:pt x="3119069" y="25400"/>
                  </a:lnTo>
                  <a:lnTo>
                    <a:pt x="3139249" y="25400"/>
                  </a:lnTo>
                  <a:lnTo>
                    <a:pt x="3146374" y="38100"/>
                  </a:lnTo>
                  <a:close/>
                </a:path>
                <a:path w="3215004" h="6096000">
                  <a:moveTo>
                    <a:pt x="68122" y="50800"/>
                  </a:moveTo>
                  <a:lnTo>
                    <a:pt x="55168" y="50800"/>
                  </a:lnTo>
                  <a:lnTo>
                    <a:pt x="61887" y="38100"/>
                  </a:lnTo>
                  <a:lnTo>
                    <a:pt x="74790" y="38100"/>
                  </a:lnTo>
                  <a:lnTo>
                    <a:pt x="68122" y="50800"/>
                  </a:lnTo>
                  <a:close/>
                </a:path>
                <a:path w="3215004" h="6096000">
                  <a:moveTo>
                    <a:pt x="3159759" y="50800"/>
                  </a:moveTo>
                  <a:lnTo>
                    <a:pt x="3146805" y="50800"/>
                  </a:lnTo>
                  <a:lnTo>
                    <a:pt x="3140138" y="38100"/>
                  </a:lnTo>
                  <a:lnTo>
                    <a:pt x="3153219" y="38100"/>
                  </a:lnTo>
                  <a:lnTo>
                    <a:pt x="3159759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54" y="63500"/>
                  </a:lnTo>
                  <a:lnTo>
                    <a:pt x="49085" y="50800"/>
                  </a:lnTo>
                  <a:lnTo>
                    <a:pt x="62064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26" y="63500"/>
                  </a:moveTo>
                  <a:lnTo>
                    <a:pt x="3158947" y="63500"/>
                  </a:lnTo>
                  <a:lnTo>
                    <a:pt x="3152863" y="50800"/>
                  </a:lnTo>
                  <a:lnTo>
                    <a:pt x="3165995" y="50800"/>
                  </a:lnTo>
                  <a:lnTo>
                    <a:pt x="3171926" y="63500"/>
                  </a:lnTo>
                  <a:close/>
                </a:path>
                <a:path w="3215004" h="6096000">
                  <a:moveTo>
                    <a:pt x="20358" y="127000"/>
                  </a:moveTo>
                  <a:lnTo>
                    <a:pt x="20434" y="114300"/>
                  </a:lnTo>
                  <a:lnTo>
                    <a:pt x="14782" y="114300"/>
                  </a:lnTo>
                  <a:lnTo>
                    <a:pt x="18554" y="101600"/>
                  </a:lnTo>
                  <a:lnTo>
                    <a:pt x="22720" y="88900"/>
                  </a:lnTo>
                  <a:lnTo>
                    <a:pt x="27254" y="88900"/>
                  </a:lnTo>
                  <a:lnTo>
                    <a:pt x="32156" y="76200"/>
                  </a:lnTo>
                  <a:lnTo>
                    <a:pt x="37414" y="63500"/>
                  </a:lnTo>
                  <a:lnTo>
                    <a:pt x="50495" y="63500"/>
                  </a:lnTo>
                  <a:lnTo>
                    <a:pt x="45034" y="76200"/>
                  </a:lnTo>
                  <a:lnTo>
                    <a:pt x="40170" y="76200"/>
                  </a:lnTo>
                  <a:lnTo>
                    <a:pt x="35509" y="88900"/>
                  </a:lnTo>
                  <a:lnTo>
                    <a:pt x="31191" y="101600"/>
                  </a:lnTo>
                  <a:lnTo>
                    <a:pt x="27241" y="101600"/>
                  </a:lnTo>
                  <a:lnTo>
                    <a:pt x="23647" y="114300"/>
                  </a:lnTo>
                  <a:lnTo>
                    <a:pt x="20358" y="127000"/>
                  </a:lnTo>
                  <a:close/>
                </a:path>
                <a:path w="3215004" h="6096000">
                  <a:moveTo>
                    <a:pt x="3194570" y="127000"/>
                  </a:moveTo>
                  <a:lnTo>
                    <a:pt x="3191370" y="114300"/>
                  </a:lnTo>
                  <a:lnTo>
                    <a:pt x="3187788" y="101600"/>
                  </a:lnTo>
                  <a:lnTo>
                    <a:pt x="3183839" y="101600"/>
                  </a:lnTo>
                  <a:lnTo>
                    <a:pt x="3179533" y="88900"/>
                  </a:lnTo>
                  <a:lnTo>
                    <a:pt x="3174745" y="76200"/>
                  </a:lnTo>
                  <a:lnTo>
                    <a:pt x="3169894" y="76200"/>
                  </a:lnTo>
                  <a:lnTo>
                    <a:pt x="3164433" y="63500"/>
                  </a:lnTo>
                  <a:lnTo>
                    <a:pt x="3177514" y="63500"/>
                  </a:lnTo>
                  <a:lnTo>
                    <a:pt x="3182645" y="76200"/>
                  </a:lnTo>
                  <a:lnTo>
                    <a:pt x="3187547" y="88900"/>
                  </a:lnTo>
                  <a:lnTo>
                    <a:pt x="3192094" y="88900"/>
                  </a:lnTo>
                  <a:lnTo>
                    <a:pt x="3196272" y="101600"/>
                  </a:lnTo>
                  <a:lnTo>
                    <a:pt x="3200145" y="114300"/>
                  </a:lnTo>
                  <a:lnTo>
                    <a:pt x="3194494" y="114300"/>
                  </a:lnTo>
                  <a:lnTo>
                    <a:pt x="3194570" y="127000"/>
                  </a:lnTo>
                  <a:close/>
                </a:path>
                <a:path w="3215004" h="6096000">
                  <a:moveTo>
                    <a:pt x="13144" y="152400"/>
                  </a:moveTo>
                  <a:lnTo>
                    <a:pt x="13195" y="139700"/>
                  </a:lnTo>
                  <a:lnTo>
                    <a:pt x="5918" y="139700"/>
                  </a:lnTo>
                  <a:lnTo>
                    <a:pt x="8521" y="127000"/>
                  </a:lnTo>
                  <a:lnTo>
                    <a:pt x="11417" y="114300"/>
                  </a:lnTo>
                  <a:lnTo>
                    <a:pt x="20434" y="114300"/>
                  </a:lnTo>
                  <a:lnTo>
                    <a:pt x="17614" y="127000"/>
                  </a:lnTo>
                  <a:lnTo>
                    <a:pt x="15201" y="139700"/>
                  </a:lnTo>
                  <a:lnTo>
                    <a:pt x="13144" y="152400"/>
                  </a:lnTo>
                  <a:close/>
                </a:path>
                <a:path w="3215004" h="6096000">
                  <a:moveTo>
                    <a:pt x="3201784" y="152400"/>
                  </a:moveTo>
                  <a:lnTo>
                    <a:pt x="3199790" y="139700"/>
                  </a:lnTo>
                  <a:lnTo>
                    <a:pt x="3197377" y="127000"/>
                  </a:lnTo>
                  <a:lnTo>
                    <a:pt x="3194494" y="114300"/>
                  </a:lnTo>
                  <a:lnTo>
                    <a:pt x="3203435" y="114300"/>
                  </a:lnTo>
                  <a:lnTo>
                    <a:pt x="3206407" y="127000"/>
                  </a:lnTo>
                  <a:lnTo>
                    <a:pt x="3208947" y="139700"/>
                  </a:lnTo>
                  <a:lnTo>
                    <a:pt x="3201733" y="139700"/>
                  </a:lnTo>
                  <a:lnTo>
                    <a:pt x="3201784" y="152400"/>
                  </a:lnTo>
                  <a:close/>
                </a:path>
                <a:path w="3215004" h="6096000">
                  <a:moveTo>
                    <a:pt x="9766" y="177800"/>
                  </a:moveTo>
                  <a:lnTo>
                    <a:pt x="241" y="177800"/>
                  </a:lnTo>
                  <a:lnTo>
                    <a:pt x="965" y="165100"/>
                  </a:lnTo>
                  <a:lnTo>
                    <a:pt x="2158" y="152400"/>
                  </a:lnTo>
                  <a:lnTo>
                    <a:pt x="3809" y="139700"/>
                  </a:lnTo>
                  <a:lnTo>
                    <a:pt x="13195" y="139700"/>
                  </a:lnTo>
                  <a:lnTo>
                    <a:pt x="11607" y="152400"/>
                  </a:lnTo>
                  <a:lnTo>
                    <a:pt x="10464" y="165100"/>
                  </a:lnTo>
                  <a:lnTo>
                    <a:pt x="9766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75" y="177800"/>
                  </a:lnTo>
                  <a:lnTo>
                    <a:pt x="3204489" y="165100"/>
                  </a:lnTo>
                  <a:lnTo>
                    <a:pt x="3203346" y="152400"/>
                  </a:lnTo>
                  <a:lnTo>
                    <a:pt x="3201733" y="139700"/>
                  </a:lnTo>
                  <a:lnTo>
                    <a:pt x="3211067" y="139700"/>
                  </a:lnTo>
                  <a:lnTo>
                    <a:pt x="3212731" y="152400"/>
                  </a:lnTo>
                  <a:lnTo>
                    <a:pt x="3213938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53" y="5918200"/>
                  </a:moveTo>
                  <a:lnTo>
                    <a:pt x="253" y="5918200"/>
                  </a:lnTo>
                  <a:lnTo>
                    <a:pt x="12" y="5905500"/>
                  </a:lnTo>
                  <a:lnTo>
                    <a:pt x="0" y="177800"/>
                  </a:lnTo>
                  <a:lnTo>
                    <a:pt x="9525" y="177800"/>
                  </a:lnTo>
                  <a:lnTo>
                    <a:pt x="9525" y="5905500"/>
                  </a:lnTo>
                  <a:lnTo>
                    <a:pt x="9753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62" y="5918200"/>
                  </a:lnTo>
                  <a:lnTo>
                    <a:pt x="3205391" y="5905500"/>
                  </a:lnTo>
                  <a:lnTo>
                    <a:pt x="3205391" y="177800"/>
                  </a:lnTo>
                  <a:lnTo>
                    <a:pt x="3214916" y="177800"/>
                  </a:lnTo>
                  <a:lnTo>
                    <a:pt x="3214916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043" y="6007100"/>
                  </a:moveTo>
                  <a:lnTo>
                    <a:pt x="27254" y="6007100"/>
                  </a:lnTo>
                  <a:lnTo>
                    <a:pt x="22834" y="5994400"/>
                  </a:lnTo>
                  <a:lnTo>
                    <a:pt x="18656" y="5981700"/>
                  </a:lnTo>
                  <a:lnTo>
                    <a:pt x="14871" y="5981700"/>
                  </a:lnTo>
                  <a:lnTo>
                    <a:pt x="11493" y="5969000"/>
                  </a:lnTo>
                  <a:lnTo>
                    <a:pt x="8521" y="5956300"/>
                  </a:lnTo>
                  <a:lnTo>
                    <a:pt x="5981" y="5956300"/>
                  </a:lnTo>
                  <a:lnTo>
                    <a:pt x="3860" y="5943600"/>
                  </a:lnTo>
                  <a:lnTo>
                    <a:pt x="2197" y="5930900"/>
                  </a:lnTo>
                  <a:lnTo>
                    <a:pt x="990" y="5918200"/>
                  </a:lnTo>
                  <a:lnTo>
                    <a:pt x="10439" y="5918200"/>
                  </a:lnTo>
                  <a:lnTo>
                    <a:pt x="11569" y="5930900"/>
                  </a:lnTo>
                  <a:lnTo>
                    <a:pt x="13144" y="5943600"/>
                  </a:lnTo>
                  <a:lnTo>
                    <a:pt x="15138" y="5943600"/>
                  </a:lnTo>
                  <a:lnTo>
                    <a:pt x="17551" y="5956300"/>
                  </a:lnTo>
                  <a:lnTo>
                    <a:pt x="20358" y="5969000"/>
                  </a:lnTo>
                  <a:lnTo>
                    <a:pt x="23558" y="5969000"/>
                  </a:lnTo>
                  <a:lnTo>
                    <a:pt x="27139" y="5981700"/>
                  </a:lnTo>
                  <a:lnTo>
                    <a:pt x="31089" y="5994400"/>
                  </a:lnTo>
                  <a:lnTo>
                    <a:pt x="35394" y="5994400"/>
                  </a:lnTo>
                  <a:lnTo>
                    <a:pt x="40043" y="6007100"/>
                  </a:lnTo>
                  <a:close/>
                </a:path>
                <a:path w="3215004" h="6096000">
                  <a:moveTo>
                    <a:pt x="3187674" y="6007100"/>
                  </a:moveTo>
                  <a:lnTo>
                    <a:pt x="3174745" y="6007100"/>
                  </a:lnTo>
                  <a:lnTo>
                    <a:pt x="3179419" y="5994400"/>
                  </a:lnTo>
                  <a:lnTo>
                    <a:pt x="3183724" y="5994400"/>
                  </a:lnTo>
                  <a:lnTo>
                    <a:pt x="3187687" y="5981700"/>
                  </a:lnTo>
                  <a:lnTo>
                    <a:pt x="3191281" y="5969000"/>
                  </a:lnTo>
                  <a:lnTo>
                    <a:pt x="3194494" y="5969000"/>
                  </a:lnTo>
                  <a:lnTo>
                    <a:pt x="3197313" y="5956300"/>
                  </a:lnTo>
                  <a:lnTo>
                    <a:pt x="3199726" y="5943600"/>
                  </a:lnTo>
                  <a:lnTo>
                    <a:pt x="3201733" y="5943600"/>
                  </a:lnTo>
                  <a:lnTo>
                    <a:pt x="3203320" y="5930900"/>
                  </a:lnTo>
                  <a:lnTo>
                    <a:pt x="3204463" y="5918200"/>
                  </a:lnTo>
                  <a:lnTo>
                    <a:pt x="3213963" y="5918200"/>
                  </a:lnTo>
                  <a:lnTo>
                    <a:pt x="3212769" y="5930900"/>
                  </a:lnTo>
                  <a:lnTo>
                    <a:pt x="3211067" y="5943600"/>
                  </a:lnTo>
                  <a:lnTo>
                    <a:pt x="3209010" y="5956300"/>
                  </a:lnTo>
                  <a:lnTo>
                    <a:pt x="3206407" y="5956300"/>
                  </a:lnTo>
                  <a:lnTo>
                    <a:pt x="3203511" y="5969000"/>
                  </a:lnTo>
                  <a:lnTo>
                    <a:pt x="3200145" y="5981700"/>
                  </a:lnTo>
                  <a:lnTo>
                    <a:pt x="3196374" y="5981700"/>
                  </a:lnTo>
                  <a:lnTo>
                    <a:pt x="3192208" y="5994400"/>
                  </a:lnTo>
                  <a:lnTo>
                    <a:pt x="3187674" y="6007100"/>
                  </a:lnTo>
                  <a:close/>
                </a:path>
                <a:path w="3215004" h="6096000">
                  <a:moveTo>
                    <a:pt x="50495" y="6019800"/>
                  </a:moveTo>
                  <a:lnTo>
                    <a:pt x="37541" y="6019800"/>
                  </a:lnTo>
                  <a:lnTo>
                    <a:pt x="32283" y="6007100"/>
                  </a:lnTo>
                  <a:lnTo>
                    <a:pt x="45034" y="6007100"/>
                  </a:lnTo>
                  <a:lnTo>
                    <a:pt x="50495" y="6019800"/>
                  </a:lnTo>
                  <a:close/>
                </a:path>
                <a:path w="3215004" h="6096000">
                  <a:moveTo>
                    <a:pt x="3177374" y="6019800"/>
                  </a:moveTo>
                  <a:lnTo>
                    <a:pt x="3164433" y="6019800"/>
                  </a:lnTo>
                  <a:lnTo>
                    <a:pt x="3169894" y="6007100"/>
                  </a:lnTo>
                  <a:lnTo>
                    <a:pt x="3182772" y="6007100"/>
                  </a:lnTo>
                  <a:lnTo>
                    <a:pt x="3177374" y="6019800"/>
                  </a:lnTo>
                  <a:close/>
                </a:path>
                <a:path w="3215004" h="6096000">
                  <a:moveTo>
                    <a:pt x="62064" y="6032500"/>
                  </a:moveTo>
                  <a:lnTo>
                    <a:pt x="48933" y="6032500"/>
                  </a:lnTo>
                  <a:lnTo>
                    <a:pt x="43002" y="6019800"/>
                  </a:lnTo>
                  <a:lnTo>
                    <a:pt x="55968" y="6019800"/>
                  </a:lnTo>
                  <a:lnTo>
                    <a:pt x="62064" y="6032500"/>
                  </a:lnTo>
                  <a:close/>
                </a:path>
                <a:path w="3215004" h="6096000">
                  <a:moveTo>
                    <a:pt x="3165843" y="6032500"/>
                  </a:moveTo>
                  <a:lnTo>
                    <a:pt x="3152863" y="6032500"/>
                  </a:lnTo>
                  <a:lnTo>
                    <a:pt x="3158947" y="6019800"/>
                  </a:lnTo>
                  <a:lnTo>
                    <a:pt x="3171774" y="6019800"/>
                  </a:lnTo>
                  <a:lnTo>
                    <a:pt x="3165843" y="6032500"/>
                  </a:lnTo>
                  <a:close/>
                </a:path>
                <a:path w="3215004" h="6096000">
                  <a:moveTo>
                    <a:pt x="74790" y="6045200"/>
                  </a:moveTo>
                  <a:lnTo>
                    <a:pt x="61709" y="6045200"/>
                  </a:lnTo>
                  <a:lnTo>
                    <a:pt x="55168" y="6032500"/>
                  </a:lnTo>
                  <a:lnTo>
                    <a:pt x="68122" y="6032500"/>
                  </a:lnTo>
                  <a:lnTo>
                    <a:pt x="74790" y="6045200"/>
                  </a:lnTo>
                  <a:close/>
                </a:path>
                <a:path w="3215004" h="6096000">
                  <a:moveTo>
                    <a:pt x="3153041" y="6045200"/>
                  </a:moveTo>
                  <a:lnTo>
                    <a:pt x="3140138" y="6045200"/>
                  </a:lnTo>
                  <a:lnTo>
                    <a:pt x="3146805" y="6032500"/>
                  </a:lnTo>
                  <a:lnTo>
                    <a:pt x="3159759" y="6032500"/>
                  </a:lnTo>
                  <a:lnTo>
                    <a:pt x="3153041" y="6045200"/>
                  </a:lnTo>
                  <a:close/>
                </a:path>
                <a:path w="3215004" h="6096000">
                  <a:moveTo>
                    <a:pt x="88582" y="6057900"/>
                  </a:moveTo>
                  <a:lnTo>
                    <a:pt x="75666" y="6057900"/>
                  </a:lnTo>
                  <a:lnTo>
                    <a:pt x="68554" y="6045200"/>
                  </a:lnTo>
                  <a:lnTo>
                    <a:pt x="81381" y="6045200"/>
                  </a:lnTo>
                  <a:lnTo>
                    <a:pt x="88582" y="6057900"/>
                  </a:lnTo>
                  <a:close/>
                </a:path>
                <a:path w="3215004" h="6096000">
                  <a:moveTo>
                    <a:pt x="3139249" y="6057900"/>
                  </a:moveTo>
                  <a:lnTo>
                    <a:pt x="3126346" y="6057900"/>
                  </a:lnTo>
                  <a:lnTo>
                    <a:pt x="3133547" y="6045200"/>
                  </a:lnTo>
                  <a:lnTo>
                    <a:pt x="3146196" y="6045200"/>
                  </a:lnTo>
                  <a:lnTo>
                    <a:pt x="3139249" y="6057900"/>
                  </a:lnTo>
                  <a:close/>
                </a:path>
                <a:path w="3215004" h="6096000">
                  <a:moveTo>
                    <a:pt x="111074" y="6070600"/>
                  </a:moveTo>
                  <a:lnTo>
                    <a:pt x="90906" y="6070600"/>
                  </a:lnTo>
                  <a:lnTo>
                    <a:pt x="83248" y="6057900"/>
                  </a:lnTo>
                  <a:lnTo>
                    <a:pt x="103149" y="6057900"/>
                  </a:lnTo>
                  <a:lnTo>
                    <a:pt x="111074" y="6070600"/>
                  </a:lnTo>
                  <a:close/>
                </a:path>
                <a:path w="3215004" h="6096000">
                  <a:moveTo>
                    <a:pt x="3124212" y="6070600"/>
                  </a:moveTo>
                  <a:lnTo>
                    <a:pt x="3103854" y="6070600"/>
                  </a:lnTo>
                  <a:lnTo>
                    <a:pt x="3111779" y="6057900"/>
                  </a:lnTo>
                  <a:lnTo>
                    <a:pt x="3131858" y="6057900"/>
                  </a:lnTo>
                  <a:lnTo>
                    <a:pt x="3124212" y="6070600"/>
                  </a:lnTo>
                  <a:close/>
                </a:path>
                <a:path w="3215004" h="6096000">
                  <a:moveTo>
                    <a:pt x="152628" y="6083300"/>
                  </a:moveTo>
                  <a:lnTo>
                    <a:pt x="115303" y="6083300"/>
                  </a:lnTo>
                  <a:lnTo>
                    <a:pt x="106946" y="6070600"/>
                  </a:lnTo>
                  <a:lnTo>
                    <a:pt x="143738" y="6070600"/>
                  </a:lnTo>
                  <a:lnTo>
                    <a:pt x="152628" y="6083300"/>
                  </a:lnTo>
                  <a:close/>
                </a:path>
                <a:path w="3215004" h="6096000">
                  <a:moveTo>
                    <a:pt x="3099841" y="6083300"/>
                  </a:moveTo>
                  <a:lnTo>
                    <a:pt x="3062300" y="6083300"/>
                  </a:lnTo>
                  <a:lnTo>
                    <a:pt x="3071190" y="6070600"/>
                  </a:lnTo>
                  <a:lnTo>
                    <a:pt x="3108185" y="6070600"/>
                  </a:lnTo>
                  <a:lnTo>
                    <a:pt x="3099841" y="6083300"/>
                  </a:lnTo>
                  <a:close/>
                </a:path>
                <a:path w="3215004" h="6096000">
                  <a:moveTo>
                    <a:pt x="3055150" y="6096000"/>
                  </a:moveTo>
                  <a:lnTo>
                    <a:pt x="160007" y="6096000"/>
                  </a:lnTo>
                  <a:lnTo>
                    <a:pt x="150723" y="6083300"/>
                  </a:lnTo>
                  <a:lnTo>
                    <a:pt x="3064433" y="6083300"/>
                  </a:lnTo>
                  <a:lnTo>
                    <a:pt x="3055150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25791" y="3322243"/>
            <a:ext cx="260223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500" spc="-14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EXTERNAL</a:t>
            </a:r>
            <a:r>
              <a:rPr sz="150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6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MAINTENANCE </a:t>
            </a:r>
            <a:r>
              <a:rPr sz="1500" spc="-1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50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外围护体系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5791" y="4402378"/>
            <a:ext cx="2890520" cy="46234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锌钢结构框架体系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55" dirty="0">
                <a:latin typeface="宋体" panose="02010600030101010101" pitchFamily="2" charset="-122"/>
                <a:cs typeface="宋体" panose="02010600030101010101" pitchFamily="2" charset="-122"/>
              </a:rPr>
              <a:t>氟碳喷涂铝合金外壳模块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67310" algn="just">
              <a:lnSpc>
                <a:spcPct val="118000"/>
              </a:lnSpc>
            </a:pPr>
            <a:r>
              <a:rPr sz="1500" spc="60" dirty="0">
                <a:latin typeface="宋体" panose="02010600030101010101" pitchFamily="2" charset="-122"/>
                <a:cs typeface="宋体" panose="02010600030101010101" pitchFamily="2" charset="-122"/>
              </a:rPr>
              <a:t>保温防水防潮构造体系中央钢化玻璃门窗中央夹胶钢化玻璃天窗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不锈钢入户门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35" dirty="0">
                <a:latin typeface="宋体" panose="02010600030101010101" pitchFamily="2" charset="-122"/>
                <a:cs typeface="宋体" panose="02010600030101010101" pitchFamily="2" charset="-122"/>
              </a:rPr>
              <a:t>全景阳台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37795">
              <a:lnSpc>
                <a:spcPts val="2130"/>
              </a:lnSpc>
              <a:spcBef>
                <a:spcPts val="120"/>
              </a:spcBef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Galvanized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steel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frame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system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Fluorocarbon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sprayed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aluminum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alloy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shell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module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Insulation,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waterproof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moisture-</a:t>
            </a:r>
            <a:r>
              <a:rPr sz="1500" spc="10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proof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structural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system Central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738505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tempered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doors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windows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7150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Central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laminated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tempered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glass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skylight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Stainless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steel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entrance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door</a:t>
            </a:r>
            <a:r>
              <a:rPr sz="15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Panoramic</a:t>
            </a:r>
            <a:r>
              <a:rPr sz="15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balcony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1233" y="3324148"/>
            <a:ext cx="2477135" cy="5626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1500" spc="-12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EINTERIOR</a:t>
            </a:r>
            <a:r>
              <a:rPr sz="1500" spc="-4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5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DECORATION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45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室内精装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31233" y="4131233"/>
            <a:ext cx="3084195" cy="48945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00" dirty="0">
                <a:latin typeface="宋体" panose="02010600030101010101" pitchFamily="2" charset="-122"/>
                <a:cs typeface="宋体" panose="02010600030101010101" pitchFamily="2" charset="-122"/>
              </a:rPr>
              <a:t>标准色集成天花、 墙面、 模块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18000"/>
              </a:lnSpc>
            </a:pPr>
            <a:r>
              <a:rPr sz="1500" spc="20" dirty="0">
                <a:latin typeface="宋体" panose="02010600030101010101" pitchFamily="2" charset="-122"/>
                <a:cs typeface="宋体" panose="02010600030101010101" pitchFamily="2" charset="-122"/>
              </a:rPr>
              <a:t>环保木地板、 卫生间隐私玻璃门、</a:t>
            </a:r>
            <a:r>
              <a:rPr sz="1500" spc="25" dirty="0">
                <a:latin typeface="宋体" panose="02010600030101010101" pitchFamily="2" charset="-122"/>
                <a:cs typeface="宋体" panose="02010600030101010101" pitchFamily="2" charset="-122"/>
              </a:rPr>
              <a:t>卫生间大理石、瓷砖地面、 定制</a:t>
            </a:r>
            <a:r>
              <a:rPr sz="1500" spc="-5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洗手台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台盘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10" dirty="0">
                <a:latin typeface="宋体" panose="02010600030101010101" pitchFamily="2" charset="-122"/>
                <a:cs typeface="宋体" panose="02010600030101010101" pitchFamily="2" charset="-122"/>
              </a:rPr>
              <a:t>卫浴镜、 马桶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10" dirty="0">
                <a:latin typeface="宋体" panose="02010600030101010101" pitchFamily="2" charset="-122"/>
                <a:cs typeface="宋体" panose="02010600030101010101" pitchFamily="2" charset="-122"/>
              </a:rPr>
              <a:t>龙头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87325">
              <a:lnSpc>
                <a:spcPct val="118000"/>
              </a:lnSpc>
            </a:pP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dirty="0">
                <a:latin typeface="宋体" panose="02010600030101010101" pitchFamily="2" charset="-122"/>
                <a:cs typeface="宋体" panose="02010600030101010101" pitchFamily="2" charset="-122"/>
              </a:rPr>
              <a:t>花洒、 吧台、 全屋照明系统、</a:t>
            </a:r>
            <a:r>
              <a:rPr sz="1500" spc="15" dirty="0">
                <a:latin typeface="宋体" panose="02010600030101010101" pitchFamily="2" charset="-122"/>
                <a:cs typeface="宋体" panose="02010600030101010101" pitchFamily="2" charset="-122"/>
              </a:rPr>
              <a:t>全屋水电系统、 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2P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美的变频冷暖</a:t>
            </a:r>
            <a:r>
              <a:rPr sz="1500" spc="-10" dirty="0">
                <a:latin typeface="宋体" panose="02010600030101010101" pitchFamily="2" charset="-122"/>
                <a:cs typeface="宋体" panose="02010600030101010101" pitchFamily="2" charset="-122"/>
              </a:rPr>
              <a:t>空调、 热水器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320040">
              <a:lnSpc>
                <a:spcPct val="118000"/>
              </a:lnSpc>
            </a:pP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color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ceiling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wall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modules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Environmentally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friendly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wooden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floor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Bathroom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privacy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door</a:t>
            </a:r>
            <a:r>
              <a:rPr sz="1500" spc="-210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Bathroom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marble/ceramic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floor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Customized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sink/table/bathroom</a:t>
            </a:r>
            <a:r>
              <a:rPr sz="15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mirror</a:t>
            </a:r>
            <a:r>
              <a:rPr sz="1500" spc="-50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55" dirty="0">
                <a:latin typeface="Times New Roman" panose="02020603050405020304"/>
                <a:cs typeface="Times New Roman" panose="02020603050405020304"/>
              </a:rPr>
              <a:t>Toilet/faucet/shower</a:t>
            </a:r>
            <a:r>
              <a:rPr sz="1500" spc="-12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Bar</a:t>
            </a:r>
            <a:r>
              <a:rPr sz="1500" spc="-35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Whole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house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lighting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-22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Whole 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house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electricity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2P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Midea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variable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frequency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heating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cooling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air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conditioner</a:t>
            </a:r>
            <a:r>
              <a:rPr sz="1500" spc="-35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-60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heater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36673" y="3297289"/>
            <a:ext cx="218440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500" spc="-8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CUSTOMER</a:t>
            </a:r>
            <a:r>
              <a:rPr sz="1500" spc="-6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7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CONTROL </a:t>
            </a:r>
            <a:r>
              <a:rPr sz="1500" spc="-1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45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客控系统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36673" y="4376153"/>
            <a:ext cx="2534285" cy="2190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13055">
              <a:lnSpc>
                <a:spcPct val="118000"/>
              </a:lnSpc>
              <a:spcBef>
                <a:spcPts val="95"/>
              </a:spcBef>
            </a:pP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插卡取电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取卡断电面板</a:t>
            </a:r>
            <a:r>
              <a:rPr sz="1500" spc="55" dirty="0">
                <a:latin typeface="宋体" panose="02010600030101010101" pitchFamily="2" charset="-122"/>
                <a:cs typeface="宋体" panose="02010600030101010101" pitchFamily="2" charset="-122"/>
              </a:rPr>
              <a:t>多情景模式功能面板照明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照明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窗帘智能集成控制全屋智能语音控制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手机智能门禁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51130">
              <a:lnSpc>
                <a:spcPts val="2130"/>
              </a:lnSpc>
              <a:spcBef>
                <a:spcPts val="125"/>
              </a:spcBef>
            </a:pPr>
            <a:r>
              <a:rPr sz="1500" spc="50" dirty="0">
                <a:latin typeface="Times New Roman" panose="02020603050405020304"/>
                <a:cs typeface="Times New Roman" panose="02020603050405020304"/>
              </a:rPr>
              <a:t>Card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insertion/card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removal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15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off</a:t>
            </a:r>
            <a:r>
              <a:rPr sz="15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panel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500" spc="60" dirty="0">
                <a:latin typeface="Times New Roman" panose="02020603050405020304"/>
                <a:cs typeface="Times New Roman" panose="02020603050405020304"/>
              </a:rPr>
              <a:t>Multi-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scenario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mode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function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36673" y="6540868"/>
            <a:ext cx="2717800" cy="19189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  <a:tabLst>
                <a:tab pos="747395" algn="l"/>
              </a:tabLst>
            </a:pPr>
            <a:r>
              <a:rPr sz="1500" spc="40" dirty="0">
                <a:latin typeface="Times New Roman" panose="02020603050405020304"/>
                <a:cs typeface="Times New Roman" panose="02020603050405020304"/>
              </a:rPr>
              <a:t>panel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lighting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38100">
              <a:lnSpc>
                <a:spcPct val="11800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lighting/curtains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44450">
              <a:lnSpc>
                <a:spcPct val="11800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voice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whole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house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8000"/>
              </a:lnSpc>
            </a:pP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5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15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mobile </a:t>
            </a:r>
            <a:r>
              <a:rPr sz="1500" spc="40" dirty="0">
                <a:latin typeface="Times New Roman" panose="02020603050405020304"/>
                <a:cs typeface="Times New Roman" panose="02020603050405020304"/>
              </a:rPr>
              <a:t>phone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35140" y="1703400"/>
            <a:ext cx="413969" cy="413969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809472" y="507542"/>
            <a:ext cx="69329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0565" algn="l"/>
              </a:tabLst>
            </a:pP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What</a:t>
            </a:r>
            <a:r>
              <a:rPr sz="6000" spc="-229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spc="-43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6000" spc="18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See</a:t>
            </a:r>
            <a:r>
              <a:rPr sz="60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6000" spc="-1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What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9472" y="1269542"/>
            <a:ext cx="25527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8275" algn="l"/>
              </a:tabLst>
            </a:pPr>
            <a:r>
              <a:rPr sz="6000" spc="-43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6000" spc="18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60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Get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23398" y="1685594"/>
            <a:ext cx="265493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精装交付，即装即用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158880" y="880351"/>
            <a:ext cx="19050" cy="2014220"/>
          </a:xfrm>
          <a:custGeom>
            <a:avLst/>
            <a:gdLst/>
            <a:ahLst/>
            <a:cxnLst/>
            <a:rect l="l" t="t" r="r" b="b"/>
            <a:pathLst>
              <a:path w="19050" h="2014220">
                <a:moveTo>
                  <a:pt x="19050" y="2013597"/>
                </a:moveTo>
                <a:lnTo>
                  <a:pt x="0" y="2013597"/>
                </a:lnTo>
                <a:lnTo>
                  <a:pt x="0" y="0"/>
                </a:lnTo>
                <a:lnTo>
                  <a:pt x="19050" y="0"/>
                </a:lnTo>
                <a:lnTo>
                  <a:pt x="19050" y="2013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66576" y="876300"/>
            <a:ext cx="6583680" cy="387096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66576" y="5448300"/>
            <a:ext cx="6592824" cy="40690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933407"/>
            <a:ext cx="6538209" cy="23535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1807" y="805769"/>
            <a:ext cx="7814972" cy="425905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4776241"/>
            <a:ext cx="18288000" cy="5435600"/>
            <a:chOff x="0" y="4776241"/>
            <a:chExt cx="18288000" cy="54356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776241"/>
              <a:ext cx="9210154" cy="543547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5967" y="4776241"/>
              <a:ext cx="9712032" cy="528408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73125" y="1018451"/>
            <a:ext cx="8047990" cy="309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91565" algn="l"/>
              </a:tabLst>
            </a:pPr>
            <a:r>
              <a:rPr sz="6000" b="1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E5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Space</a:t>
            </a:r>
            <a:r>
              <a:rPr sz="60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Capsule</a:t>
            </a:r>
            <a:r>
              <a:rPr sz="60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endParaRPr sz="6000">
              <a:latin typeface="Times New Roman" panose="02020603050405020304"/>
              <a:cs typeface="Times New Roman" panose="02020603050405020304"/>
            </a:endParaRPr>
          </a:p>
          <a:p>
            <a:pPr marL="78740">
              <a:lnSpc>
                <a:spcPct val="100000"/>
              </a:lnSpc>
              <a:spcBef>
                <a:spcPts val="4555"/>
              </a:spcBef>
            </a:pP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尺寸（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6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700" b="1" spc="-2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8500mm</a:t>
            </a:r>
            <a:r>
              <a:rPr sz="1700" spc="-18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700" b="1" spc="5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3300mm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700" b="1" spc="9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3200mm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78740" marR="3928110">
              <a:lnSpc>
                <a:spcPct val="170000"/>
              </a:lnSpc>
            </a:pP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占地面积（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Land occupation area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28</a:t>
            </a:r>
            <a:r>
              <a:rPr sz="17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㎡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入住人数（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700" b="1" spc="7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b="1" spc="114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guests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4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7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endParaRPr sz="17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8740">
              <a:lnSpc>
                <a:spcPct val="100000"/>
              </a:lnSpc>
              <a:spcBef>
                <a:spcPts val="1420"/>
              </a:spcBef>
            </a:pP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客舱重量（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1700" b="1" spc="114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weight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6000kg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15" dirty="0"/>
              <a:t>太空舱房屋</a:t>
            </a:r>
            <a:endParaRPr spc="41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9843" y="3130334"/>
            <a:ext cx="3215005" cy="6096000"/>
            <a:chOff x="779843" y="3130334"/>
            <a:chExt cx="3215005" cy="6096000"/>
          </a:xfrm>
        </p:grpSpPr>
        <p:sp>
          <p:nvSpPr>
            <p:cNvPr id="3" name="object 3"/>
            <p:cNvSpPr/>
            <p:nvPr/>
          </p:nvSpPr>
          <p:spPr>
            <a:xfrm>
              <a:off x="784605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45" y="6088799"/>
                  </a:moveTo>
                  <a:lnTo>
                    <a:pt x="183832" y="6088799"/>
                  </a:lnTo>
                  <a:lnTo>
                    <a:pt x="134963" y="6082232"/>
                  </a:lnTo>
                  <a:lnTo>
                    <a:pt x="91050" y="6063699"/>
                  </a:lnTo>
                  <a:lnTo>
                    <a:pt x="53844" y="6034952"/>
                  </a:lnTo>
                  <a:lnTo>
                    <a:pt x="25099" y="5997744"/>
                  </a:lnTo>
                  <a:lnTo>
                    <a:pt x="6566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6" y="134971"/>
                  </a:lnTo>
                  <a:lnTo>
                    <a:pt x="25099" y="91054"/>
                  </a:lnTo>
                  <a:lnTo>
                    <a:pt x="53844" y="53846"/>
                  </a:lnTo>
                  <a:lnTo>
                    <a:pt x="91050" y="25099"/>
                  </a:lnTo>
                  <a:lnTo>
                    <a:pt x="134963" y="6567"/>
                  </a:lnTo>
                  <a:lnTo>
                    <a:pt x="183832" y="0"/>
                  </a:lnTo>
                  <a:lnTo>
                    <a:pt x="3021545" y="0"/>
                  </a:lnTo>
                  <a:lnTo>
                    <a:pt x="3070415" y="6567"/>
                  </a:lnTo>
                  <a:lnTo>
                    <a:pt x="3114331" y="25099"/>
                  </a:lnTo>
                  <a:lnTo>
                    <a:pt x="3151539" y="53846"/>
                  </a:lnTo>
                  <a:lnTo>
                    <a:pt x="3180288" y="91054"/>
                  </a:lnTo>
                  <a:lnTo>
                    <a:pt x="3198823" y="134971"/>
                  </a:lnTo>
                  <a:lnTo>
                    <a:pt x="3205391" y="183845"/>
                  </a:lnTo>
                  <a:lnTo>
                    <a:pt x="3205391" y="5904953"/>
                  </a:lnTo>
                  <a:lnTo>
                    <a:pt x="3198823" y="5953827"/>
                  </a:lnTo>
                  <a:lnTo>
                    <a:pt x="3180288" y="5997744"/>
                  </a:lnTo>
                  <a:lnTo>
                    <a:pt x="3151539" y="6034952"/>
                  </a:lnTo>
                  <a:lnTo>
                    <a:pt x="3114331" y="6063699"/>
                  </a:lnTo>
                  <a:lnTo>
                    <a:pt x="3070415" y="6082232"/>
                  </a:lnTo>
                  <a:lnTo>
                    <a:pt x="3021545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9843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387" y="12700"/>
                  </a:moveTo>
                  <a:lnTo>
                    <a:pt x="115074" y="12700"/>
                  </a:lnTo>
                  <a:lnTo>
                    <a:pt x="123647" y="0"/>
                  </a:lnTo>
                  <a:lnTo>
                    <a:pt x="161442" y="0"/>
                  </a:lnTo>
                  <a:lnTo>
                    <a:pt x="152387" y="12700"/>
                  </a:lnTo>
                  <a:close/>
                </a:path>
                <a:path w="3215004" h="6096000">
                  <a:moveTo>
                    <a:pt x="3099612" y="12700"/>
                  </a:moveTo>
                  <a:lnTo>
                    <a:pt x="3062516" y="12700"/>
                  </a:lnTo>
                  <a:lnTo>
                    <a:pt x="3053460" y="0"/>
                  </a:lnTo>
                  <a:lnTo>
                    <a:pt x="3091040" y="0"/>
                  </a:lnTo>
                  <a:lnTo>
                    <a:pt x="3099612" y="12700"/>
                  </a:lnTo>
                  <a:close/>
                </a:path>
                <a:path w="3215004" h="6096000">
                  <a:moveTo>
                    <a:pt x="110858" y="25400"/>
                  </a:moveTo>
                  <a:lnTo>
                    <a:pt x="90703" y="25400"/>
                  </a:lnTo>
                  <a:lnTo>
                    <a:pt x="98590" y="12700"/>
                  </a:lnTo>
                  <a:lnTo>
                    <a:pt x="118999" y="12700"/>
                  </a:lnTo>
                  <a:lnTo>
                    <a:pt x="110858" y="25400"/>
                  </a:lnTo>
                  <a:close/>
                </a:path>
                <a:path w="3215004" h="6096000">
                  <a:moveTo>
                    <a:pt x="3124009" y="25400"/>
                  </a:moveTo>
                  <a:lnTo>
                    <a:pt x="3104045" y="25400"/>
                  </a:lnTo>
                  <a:lnTo>
                    <a:pt x="3095904" y="12700"/>
                  </a:lnTo>
                  <a:lnTo>
                    <a:pt x="3116110" y="12700"/>
                  </a:lnTo>
                  <a:lnTo>
                    <a:pt x="3124009" y="25400"/>
                  </a:lnTo>
                  <a:close/>
                </a:path>
                <a:path w="3215004" h="6096000">
                  <a:moveTo>
                    <a:pt x="88379" y="38100"/>
                  </a:moveTo>
                  <a:lnTo>
                    <a:pt x="68719" y="38100"/>
                  </a:lnTo>
                  <a:lnTo>
                    <a:pt x="75844" y="25400"/>
                  </a:lnTo>
                  <a:lnTo>
                    <a:pt x="95846" y="25400"/>
                  </a:lnTo>
                  <a:lnTo>
                    <a:pt x="88379" y="38100"/>
                  </a:lnTo>
                  <a:close/>
                </a:path>
                <a:path w="3215004" h="6096000">
                  <a:moveTo>
                    <a:pt x="3146361" y="38100"/>
                  </a:moveTo>
                  <a:lnTo>
                    <a:pt x="3126524" y="38100"/>
                  </a:lnTo>
                  <a:lnTo>
                    <a:pt x="3119069" y="25400"/>
                  </a:lnTo>
                  <a:lnTo>
                    <a:pt x="3139249" y="25400"/>
                  </a:lnTo>
                  <a:lnTo>
                    <a:pt x="3146361" y="38100"/>
                  </a:lnTo>
                  <a:close/>
                </a:path>
                <a:path w="3215004" h="6096000">
                  <a:moveTo>
                    <a:pt x="68110" y="50800"/>
                  </a:moveTo>
                  <a:lnTo>
                    <a:pt x="55156" y="50800"/>
                  </a:lnTo>
                  <a:lnTo>
                    <a:pt x="61874" y="38100"/>
                  </a:lnTo>
                  <a:lnTo>
                    <a:pt x="74777" y="38100"/>
                  </a:lnTo>
                  <a:lnTo>
                    <a:pt x="68110" y="50800"/>
                  </a:lnTo>
                  <a:close/>
                </a:path>
                <a:path w="3215004" h="6096000">
                  <a:moveTo>
                    <a:pt x="3159747" y="50800"/>
                  </a:moveTo>
                  <a:lnTo>
                    <a:pt x="3146793" y="50800"/>
                  </a:lnTo>
                  <a:lnTo>
                    <a:pt x="3140125" y="38100"/>
                  </a:lnTo>
                  <a:lnTo>
                    <a:pt x="3153206" y="38100"/>
                  </a:lnTo>
                  <a:lnTo>
                    <a:pt x="3159747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41" y="63500"/>
                  </a:lnTo>
                  <a:lnTo>
                    <a:pt x="49072" y="50800"/>
                  </a:lnTo>
                  <a:lnTo>
                    <a:pt x="62052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13" y="63500"/>
                  </a:moveTo>
                  <a:lnTo>
                    <a:pt x="3158947" y="63500"/>
                  </a:lnTo>
                  <a:lnTo>
                    <a:pt x="3152851" y="50800"/>
                  </a:lnTo>
                  <a:lnTo>
                    <a:pt x="3165983" y="50800"/>
                  </a:lnTo>
                  <a:lnTo>
                    <a:pt x="3171913" y="63500"/>
                  </a:lnTo>
                  <a:close/>
                </a:path>
                <a:path w="3215004" h="6096000">
                  <a:moveTo>
                    <a:pt x="20345" y="127000"/>
                  </a:moveTo>
                  <a:lnTo>
                    <a:pt x="20421" y="114300"/>
                  </a:lnTo>
                  <a:lnTo>
                    <a:pt x="14770" y="114300"/>
                  </a:lnTo>
                  <a:lnTo>
                    <a:pt x="18542" y="101600"/>
                  </a:lnTo>
                  <a:lnTo>
                    <a:pt x="22707" y="88900"/>
                  </a:lnTo>
                  <a:lnTo>
                    <a:pt x="27368" y="88900"/>
                  </a:lnTo>
                  <a:lnTo>
                    <a:pt x="32143" y="76200"/>
                  </a:lnTo>
                  <a:lnTo>
                    <a:pt x="37541" y="63500"/>
                  </a:lnTo>
                  <a:lnTo>
                    <a:pt x="50482" y="63500"/>
                  </a:lnTo>
                  <a:lnTo>
                    <a:pt x="45021" y="76200"/>
                  </a:lnTo>
                  <a:lnTo>
                    <a:pt x="40170" y="76200"/>
                  </a:lnTo>
                  <a:lnTo>
                    <a:pt x="35496" y="88900"/>
                  </a:lnTo>
                  <a:lnTo>
                    <a:pt x="31191" y="101600"/>
                  </a:lnTo>
                  <a:lnTo>
                    <a:pt x="27228" y="101600"/>
                  </a:lnTo>
                  <a:lnTo>
                    <a:pt x="23634" y="114300"/>
                  </a:lnTo>
                  <a:lnTo>
                    <a:pt x="20345" y="127000"/>
                  </a:lnTo>
                  <a:close/>
                </a:path>
                <a:path w="3215004" h="6096000">
                  <a:moveTo>
                    <a:pt x="3194558" y="127000"/>
                  </a:moveTo>
                  <a:lnTo>
                    <a:pt x="3191357" y="114300"/>
                  </a:lnTo>
                  <a:lnTo>
                    <a:pt x="3187776" y="101600"/>
                  </a:lnTo>
                  <a:lnTo>
                    <a:pt x="3183826" y="101600"/>
                  </a:lnTo>
                  <a:lnTo>
                    <a:pt x="3179521" y="88900"/>
                  </a:lnTo>
                  <a:lnTo>
                    <a:pt x="3174872" y="76200"/>
                  </a:lnTo>
                  <a:lnTo>
                    <a:pt x="3169881" y="76200"/>
                  </a:lnTo>
                  <a:lnTo>
                    <a:pt x="3164420" y="63500"/>
                  </a:lnTo>
                  <a:lnTo>
                    <a:pt x="3177374" y="63500"/>
                  </a:lnTo>
                  <a:lnTo>
                    <a:pt x="3182759" y="76200"/>
                  </a:lnTo>
                  <a:lnTo>
                    <a:pt x="3187534" y="88900"/>
                  </a:lnTo>
                  <a:lnTo>
                    <a:pt x="3192081" y="88900"/>
                  </a:lnTo>
                  <a:lnTo>
                    <a:pt x="3196259" y="101600"/>
                  </a:lnTo>
                  <a:lnTo>
                    <a:pt x="3200044" y="114300"/>
                  </a:lnTo>
                  <a:lnTo>
                    <a:pt x="3194481" y="114300"/>
                  </a:lnTo>
                  <a:lnTo>
                    <a:pt x="3194558" y="127000"/>
                  </a:lnTo>
                  <a:close/>
                </a:path>
                <a:path w="3215004" h="6096000">
                  <a:moveTo>
                    <a:pt x="13131" y="152400"/>
                  </a:moveTo>
                  <a:lnTo>
                    <a:pt x="13182" y="139700"/>
                  </a:lnTo>
                  <a:lnTo>
                    <a:pt x="5905" y="139700"/>
                  </a:lnTo>
                  <a:lnTo>
                    <a:pt x="8509" y="127000"/>
                  </a:lnTo>
                  <a:lnTo>
                    <a:pt x="11404" y="114300"/>
                  </a:lnTo>
                  <a:lnTo>
                    <a:pt x="20421" y="114300"/>
                  </a:lnTo>
                  <a:lnTo>
                    <a:pt x="17602" y="127000"/>
                  </a:lnTo>
                  <a:lnTo>
                    <a:pt x="15189" y="139700"/>
                  </a:lnTo>
                  <a:lnTo>
                    <a:pt x="13131" y="152400"/>
                  </a:lnTo>
                  <a:close/>
                </a:path>
                <a:path w="3215004" h="6096000">
                  <a:moveTo>
                    <a:pt x="3201771" y="152400"/>
                  </a:moveTo>
                  <a:lnTo>
                    <a:pt x="3199777" y="139700"/>
                  </a:lnTo>
                  <a:lnTo>
                    <a:pt x="3197364" y="127000"/>
                  </a:lnTo>
                  <a:lnTo>
                    <a:pt x="3194481" y="114300"/>
                  </a:lnTo>
                  <a:lnTo>
                    <a:pt x="3203422" y="114300"/>
                  </a:lnTo>
                  <a:lnTo>
                    <a:pt x="3206394" y="127000"/>
                  </a:lnTo>
                  <a:lnTo>
                    <a:pt x="3208934" y="139700"/>
                  </a:lnTo>
                  <a:lnTo>
                    <a:pt x="3201720" y="139700"/>
                  </a:lnTo>
                  <a:lnTo>
                    <a:pt x="3201771" y="152400"/>
                  </a:lnTo>
                  <a:close/>
                </a:path>
                <a:path w="3215004" h="6096000">
                  <a:moveTo>
                    <a:pt x="9753" y="177800"/>
                  </a:moveTo>
                  <a:lnTo>
                    <a:pt x="241" y="177800"/>
                  </a:lnTo>
                  <a:lnTo>
                    <a:pt x="952" y="165100"/>
                  </a:lnTo>
                  <a:lnTo>
                    <a:pt x="2146" y="152400"/>
                  </a:lnTo>
                  <a:lnTo>
                    <a:pt x="3848" y="139700"/>
                  </a:lnTo>
                  <a:lnTo>
                    <a:pt x="13182" y="139700"/>
                  </a:lnTo>
                  <a:lnTo>
                    <a:pt x="11595" y="152400"/>
                  </a:lnTo>
                  <a:lnTo>
                    <a:pt x="10452" y="165100"/>
                  </a:lnTo>
                  <a:lnTo>
                    <a:pt x="9753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62" y="177800"/>
                  </a:lnTo>
                  <a:lnTo>
                    <a:pt x="3204476" y="165100"/>
                  </a:lnTo>
                  <a:lnTo>
                    <a:pt x="3203346" y="152400"/>
                  </a:lnTo>
                  <a:lnTo>
                    <a:pt x="3201720" y="139700"/>
                  </a:lnTo>
                  <a:lnTo>
                    <a:pt x="3211055" y="139700"/>
                  </a:lnTo>
                  <a:lnTo>
                    <a:pt x="3212719" y="152400"/>
                  </a:lnTo>
                  <a:lnTo>
                    <a:pt x="3213925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40" y="5918200"/>
                  </a:moveTo>
                  <a:lnTo>
                    <a:pt x="253" y="5918200"/>
                  </a:lnTo>
                  <a:lnTo>
                    <a:pt x="0" y="5905500"/>
                  </a:lnTo>
                  <a:lnTo>
                    <a:pt x="0" y="177800"/>
                  </a:lnTo>
                  <a:lnTo>
                    <a:pt x="9512" y="177800"/>
                  </a:lnTo>
                  <a:lnTo>
                    <a:pt x="9512" y="5905500"/>
                  </a:lnTo>
                  <a:lnTo>
                    <a:pt x="9740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49" y="5918200"/>
                  </a:lnTo>
                  <a:lnTo>
                    <a:pt x="3205391" y="5905500"/>
                  </a:lnTo>
                  <a:lnTo>
                    <a:pt x="3205391" y="177800"/>
                  </a:lnTo>
                  <a:lnTo>
                    <a:pt x="3214903" y="177800"/>
                  </a:lnTo>
                  <a:lnTo>
                    <a:pt x="3214916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170" y="6007100"/>
                  </a:moveTo>
                  <a:lnTo>
                    <a:pt x="27241" y="6007100"/>
                  </a:lnTo>
                  <a:lnTo>
                    <a:pt x="22821" y="5994400"/>
                  </a:lnTo>
                  <a:lnTo>
                    <a:pt x="18643" y="5981700"/>
                  </a:lnTo>
                  <a:lnTo>
                    <a:pt x="14859" y="5981700"/>
                  </a:lnTo>
                  <a:lnTo>
                    <a:pt x="11480" y="5969000"/>
                  </a:lnTo>
                  <a:lnTo>
                    <a:pt x="8509" y="5956300"/>
                  </a:lnTo>
                  <a:lnTo>
                    <a:pt x="5968" y="5956300"/>
                  </a:lnTo>
                  <a:lnTo>
                    <a:pt x="3848" y="5943600"/>
                  </a:lnTo>
                  <a:lnTo>
                    <a:pt x="2184" y="5930900"/>
                  </a:lnTo>
                  <a:lnTo>
                    <a:pt x="977" y="5918200"/>
                  </a:lnTo>
                  <a:lnTo>
                    <a:pt x="10426" y="5918200"/>
                  </a:lnTo>
                  <a:lnTo>
                    <a:pt x="11569" y="5930900"/>
                  </a:lnTo>
                  <a:lnTo>
                    <a:pt x="13131" y="5943600"/>
                  </a:lnTo>
                  <a:lnTo>
                    <a:pt x="15125" y="5943600"/>
                  </a:lnTo>
                  <a:lnTo>
                    <a:pt x="17538" y="5956300"/>
                  </a:lnTo>
                  <a:lnTo>
                    <a:pt x="20345" y="5969000"/>
                  </a:lnTo>
                  <a:lnTo>
                    <a:pt x="23545" y="5969000"/>
                  </a:lnTo>
                  <a:lnTo>
                    <a:pt x="27127" y="5981700"/>
                  </a:lnTo>
                  <a:lnTo>
                    <a:pt x="31076" y="5994400"/>
                  </a:lnTo>
                  <a:lnTo>
                    <a:pt x="35382" y="5994400"/>
                  </a:lnTo>
                  <a:lnTo>
                    <a:pt x="40170" y="6007100"/>
                  </a:lnTo>
                  <a:close/>
                </a:path>
                <a:path w="3215004" h="6096000">
                  <a:moveTo>
                    <a:pt x="3187661" y="6007100"/>
                  </a:moveTo>
                  <a:lnTo>
                    <a:pt x="3174746" y="6007100"/>
                  </a:lnTo>
                  <a:lnTo>
                    <a:pt x="3179406" y="5994400"/>
                  </a:lnTo>
                  <a:lnTo>
                    <a:pt x="3183724" y="5994400"/>
                  </a:lnTo>
                  <a:lnTo>
                    <a:pt x="3187674" y="5981700"/>
                  </a:lnTo>
                  <a:lnTo>
                    <a:pt x="3191268" y="5969000"/>
                  </a:lnTo>
                  <a:lnTo>
                    <a:pt x="3194481" y="5969000"/>
                  </a:lnTo>
                  <a:lnTo>
                    <a:pt x="3197301" y="5956300"/>
                  </a:lnTo>
                  <a:lnTo>
                    <a:pt x="3199714" y="5943600"/>
                  </a:lnTo>
                  <a:lnTo>
                    <a:pt x="3201720" y="5943600"/>
                  </a:lnTo>
                  <a:lnTo>
                    <a:pt x="3203308" y="5930900"/>
                  </a:lnTo>
                  <a:lnTo>
                    <a:pt x="3204451" y="5918200"/>
                  </a:lnTo>
                  <a:lnTo>
                    <a:pt x="3213950" y="5918200"/>
                  </a:lnTo>
                  <a:lnTo>
                    <a:pt x="3212757" y="5930900"/>
                  </a:lnTo>
                  <a:lnTo>
                    <a:pt x="3211106" y="5943600"/>
                  </a:lnTo>
                  <a:lnTo>
                    <a:pt x="3208997" y="5956300"/>
                  </a:lnTo>
                  <a:lnTo>
                    <a:pt x="3206394" y="5956300"/>
                  </a:lnTo>
                  <a:lnTo>
                    <a:pt x="3203498" y="5969000"/>
                  </a:lnTo>
                  <a:lnTo>
                    <a:pt x="3200133" y="5981700"/>
                  </a:lnTo>
                  <a:lnTo>
                    <a:pt x="3196361" y="5981700"/>
                  </a:lnTo>
                  <a:lnTo>
                    <a:pt x="3192195" y="5994400"/>
                  </a:lnTo>
                  <a:lnTo>
                    <a:pt x="3187661" y="6007100"/>
                  </a:lnTo>
                  <a:close/>
                </a:path>
                <a:path w="3215004" h="6096000">
                  <a:moveTo>
                    <a:pt x="50482" y="6019800"/>
                  </a:moveTo>
                  <a:lnTo>
                    <a:pt x="37401" y="6019800"/>
                  </a:lnTo>
                  <a:lnTo>
                    <a:pt x="32270" y="6007100"/>
                  </a:lnTo>
                  <a:lnTo>
                    <a:pt x="45021" y="6007100"/>
                  </a:lnTo>
                  <a:lnTo>
                    <a:pt x="50482" y="6019800"/>
                  </a:lnTo>
                  <a:close/>
                </a:path>
                <a:path w="3215004" h="6096000">
                  <a:moveTo>
                    <a:pt x="3177374" y="6019800"/>
                  </a:moveTo>
                  <a:lnTo>
                    <a:pt x="3164420" y="6019800"/>
                  </a:lnTo>
                  <a:lnTo>
                    <a:pt x="3169881" y="6007100"/>
                  </a:lnTo>
                  <a:lnTo>
                    <a:pt x="3182632" y="6007100"/>
                  </a:lnTo>
                  <a:lnTo>
                    <a:pt x="3177374" y="6019800"/>
                  </a:lnTo>
                  <a:close/>
                </a:path>
                <a:path w="3215004" h="6096000">
                  <a:moveTo>
                    <a:pt x="62052" y="6032500"/>
                  </a:moveTo>
                  <a:lnTo>
                    <a:pt x="48920" y="6032500"/>
                  </a:lnTo>
                  <a:lnTo>
                    <a:pt x="42989" y="6019800"/>
                  </a:lnTo>
                  <a:lnTo>
                    <a:pt x="55968" y="6019800"/>
                  </a:lnTo>
                  <a:lnTo>
                    <a:pt x="62052" y="6032500"/>
                  </a:lnTo>
                  <a:close/>
                </a:path>
                <a:path w="3215004" h="6096000">
                  <a:moveTo>
                    <a:pt x="3165830" y="6032500"/>
                  </a:moveTo>
                  <a:lnTo>
                    <a:pt x="3152851" y="6032500"/>
                  </a:lnTo>
                  <a:lnTo>
                    <a:pt x="3158947" y="6019800"/>
                  </a:lnTo>
                  <a:lnTo>
                    <a:pt x="3171761" y="6019800"/>
                  </a:lnTo>
                  <a:lnTo>
                    <a:pt x="3165830" y="6032500"/>
                  </a:lnTo>
                  <a:close/>
                </a:path>
                <a:path w="3215004" h="6096000">
                  <a:moveTo>
                    <a:pt x="74777" y="6045200"/>
                  </a:moveTo>
                  <a:lnTo>
                    <a:pt x="61696" y="6045200"/>
                  </a:lnTo>
                  <a:lnTo>
                    <a:pt x="55156" y="6032500"/>
                  </a:lnTo>
                  <a:lnTo>
                    <a:pt x="68110" y="6032500"/>
                  </a:lnTo>
                  <a:lnTo>
                    <a:pt x="74777" y="6045200"/>
                  </a:lnTo>
                  <a:close/>
                </a:path>
                <a:path w="3215004" h="6096000">
                  <a:moveTo>
                    <a:pt x="3153029" y="6045200"/>
                  </a:moveTo>
                  <a:lnTo>
                    <a:pt x="3140125" y="6045200"/>
                  </a:lnTo>
                  <a:lnTo>
                    <a:pt x="3146793" y="6032500"/>
                  </a:lnTo>
                  <a:lnTo>
                    <a:pt x="3159747" y="6032500"/>
                  </a:lnTo>
                  <a:lnTo>
                    <a:pt x="3153029" y="6045200"/>
                  </a:lnTo>
                  <a:close/>
                </a:path>
                <a:path w="3215004" h="6096000">
                  <a:moveTo>
                    <a:pt x="88569" y="6057900"/>
                  </a:moveTo>
                  <a:lnTo>
                    <a:pt x="75844" y="6057900"/>
                  </a:lnTo>
                  <a:lnTo>
                    <a:pt x="68541" y="6045200"/>
                  </a:lnTo>
                  <a:lnTo>
                    <a:pt x="81368" y="6045200"/>
                  </a:lnTo>
                  <a:lnTo>
                    <a:pt x="88569" y="6057900"/>
                  </a:lnTo>
                  <a:close/>
                </a:path>
                <a:path w="3215004" h="6096000">
                  <a:moveTo>
                    <a:pt x="3139249" y="6057900"/>
                  </a:moveTo>
                  <a:lnTo>
                    <a:pt x="3126333" y="6057900"/>
                  </a:lnTo>
                  <a:lnTo>
                    <a:pt x="3133534" y="6045200"/>
                  </a:lnTo>
                  <a:lnTo>
                    <a:pt x="3146183" y="6045200"/>
                  </a:lnTo>
                  <a:lnTo>
                    <a:pt x="3139249" y="6057900"/>
                  </a:lnTo>
                  <a:close/>
                </a:path>
                <a:path w="3215004" h="6096000">
                  <a:moveTo>
                    <a:pt x="111074" y="6070600"/>
                  </a:moveTo>
                  <a:lnTo>
                    <a:pt x="90893" y="6070600"/>
                  </a:lnTo>
                  <a:lnTo>
                    <a:pt x="83235" y="6057900"/>
                  </a:lnTo>
                  <a:lnTo>
                    <a:pt x="103136" y="6057900"/>
                  </a:lnTo>
                  <a:lnTo>
                    <a:pt x="111074" y="6070600"/>
                  </a:lnTo>
                  <a:close/>
                </a:path>
                <a:path w="3215004" h="6096000">
                  <a:moveTo>
                    <a:pt x="3124199" y="6070600"/>
                  </a:moveTo>
                  <a:lnTo>
                    <a:pt x="3103841" y="6070600"/>
                  </a:lnTo>
                  <a:lnTo>
                    <a:pt x="3111766" y="6057900"/>
                  </a:lnTo>
                  <a:lnTo>
                    <a:pt x="3131858" y="6057900"/>
                  </a:lnTo>
                  <a:lnTo>
                    <a:pt x="3124199" y="6070600"/>
                  </a:lnTo>
                  <a:close/>
                </a:path>
                <a:path w="3215004" h="6096000">
                  <a:moveTo>
                    <a:pt x="152615" y="6083300"/>
                  </a:moveTo>
                  <a:lnTo>
                    <a:pt x="115290" y="6083300"/>
                  </a:lnTo>
                  <a:lnTo>
                    <a:pt x="106934" y="6070600"/>
                  </a:lnTo>
                  <a:lnTo>
                    <a:pt x="143725" y="6070600"/>
                  </a:lnTo>
                  <a:lnTo>
                    <a:pt x="152615" y="6083300"/>
                  </a:lnTo>
                  <a:close/>
                </a:path>
                <a:path w="3215004" h="6096000">
                  <a:moveTo>
                    <a:pt x="3099828" y="6083300"/>
                  </a:moveTo>
                  <a:lnTo>
                    <a:pt x="3062287" y="6083300"/>
                  </a:lnTo>
                  <a:lnTo>
                    <a:pt x="3071177" y="6070600"/>
                  </a:lnTo>
                  <a:lnTo>
                    <a:pt x="3108185" y="6070600"/>
                  </a:lnTo>
                  <a:lnTo>
                    <a:pt x="3099828" y="6083300"/>
                  </a:lnTo>
                  <a:close/>
                </a:path>
                <a:path w="3215004" h="6096000">
                  <a:moveTo>
                    <a:pt x="3055137" y="6096000"/>
                  </a:moveTo>
                  <a:lnTo>
                    <a:pt x="160007" y="6096000"/>
                  </a:lnTo>
                  <a:lnTo>
                    <a:pt x="150710" y="6083300"/>
                  </a:lnTo>
                  <a:lnTo>
                    <a:pt x="3064421" y="6083300"/>
                  </a:lnTo>
                  <a:lnTo>
                    <a:pt x="3055137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4385284" y="3130334"/>
            <a:ext cx="3215005" cy="6096000"/>
            <a:chOff x="4385284" y="3130334"/>
            <a:chExt cx="3215005" cy="6096000"/>
          </a:xfrm>
        </p:grpSpPr>
        <p:sp>
          <p:nvSpPr>
            <p:cNvPr id="6" name="object 6"/>
            <p:cNvSpPr/>
            <p:nvPr/>
          </p:nvSpPr>
          <p:spPr>
            <a:xfrm>
              <a:off x="4390047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45" y="6088799"/>
                  </a:moveTo>
                  <a:lnTo>
                    <a:pt x="183832" y="6088799"/>
                  </a:lnTo>
                  <a:lnTo>
                    <a:pt x="134963" y="6082232"/>
                  </a:lnTo>
                  <a:lnTo>
                    <a:pt x="91050" y="6063699"/>
                  </a:lnTo>
                  <a:lnTo>
                    <a:pt x="53844" y="6034952"/>
                  </a:lnTo>
                  <a:lnTo>
                    <a:pt x="25099" y="5997744"/>
                  </a:lnTo>
                  <a:lnTo>
                    <a:pt x="6566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6" y="134971"/>
                  </a:lnTo>
                  <a:lnTo>
                    <a:pt x="25099" y="91054"/>
                  </a:lnTo>
                  <a:lnTo>
                    <a:pt x="53844" y="53846"/>
                  </a:lnTo>
                  <a:lnTo>
                    <a:pt x="91050" y="25099"/>
                  </a:lnTo>
                  <a:lnTo>
                    <a:pt x="134963" y="6567"/>
                  </a:lnTo>
                  <a:lnTo>
                    <a:pt x="183832" y="0"/>
                  </a:lnTo>
                  <a:lnTo>
                    <a:pt x="3021545" y="0"/>
                  </a:lnTo>
                  <a:lnTo>
                    <a:pt x="3070414" y="6567"/>
                  </a:lnTo>
                  <a:lnTo>
                    <a:pt x="3114327" y="25099"/>
                  </a:lnTo>
                  <a:lnTo>
                    <a:pt x="3151533" y="53846"/>
                  </a:lnTo>
                  <a:lnTo>
                    <a:pt x="3180278" y="91054"/>
                  </a:lnTo>
                  <a:lnTo>
                    <a:pt x="3198811" y="134971"/>
                  </a:lnTo>
                  <a:lnTo>
                    <a:pt x="3205378" y="183845"/>
                  </a:lnTo>
                  <a:lnTo>
                    <a:pt x="3205378" y="5904953"/>
                  </a:lnTo>
                  <a:lnTo>
                    <a:pt x="3198811" y="5953827"/>
                  </a:lnTo>
                  <a:lnTo>
                    <a:pt x="3180278" y="5997744"/>
                  </a:lnTo>
                  <a:lnTo>
                    <a:pt x="3151533" y="6034952"/>
                  </a:lnTo>
                  <a:lnTo>
                    <a:pt x="3114327" y="6063699"/>
                  </a:lnTo>
                  <a:lnTo>
                    <a:pt x="3070414" y="6082232"/>
                  </a:lnTo>
                  <a:lnTo>
                    <a:pt x="3021545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85284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387" y="12700"/>
                  </a:moveTo>
                  <a:lnTo>
                    <a:pt x="115074" y="12700"/>
                  </a:lnTo>
                  <a:lnTo>
                    <a:pt x="123647" y="0"/>
                  </a:lnTo>
                  <a:lnTo>
                    <a:pt x="161442" y="0"/>
                  </a:lnTo>
                  <a:lnTo>
                    <a:pt x="152387" y="12700"/>
                  </a:lnTo>
                  <a:close/>
                </a:path>
                <a:path w="3215004" h="6096000">
                  <a:moveTo>
                    <a:pt x="3099612" y="12700"/>
                  </a:moveTo>
                  <a:lnTo>
                    <a:pt x="3062516" y="12700"/>
                  </a:lnTo>
                  <a:lnTo>
                    <a:pt x="3053460" y="0"/>
                  </a:lnTo>
                  <a:lnTo>
                    <a:pt x="3091040" y="0"/>
                  </a:lnTo>
                  <a:lnTo>
                    <a:pt x="3099612" y="12700"/>
                  </a:lnTo>
                  <a:close/>
                </a:path>
                <a:path w="3215004" h="6096000">
                  <a:moveTo>
                    <a:pt x="110858" y="25400"/>
                  </a:moveTo>
                  <a:lnTo>
                    <a:pt x="90703" y="25400"/>
                  </a:lnTo>
                  <a:lnTo>
                    <a:pt x="98590" y="12700"/>
                  </a:lnTo>
                  <a:lnTo>
                    <a:pt x="118999" y="12700"/>
                  </a:lnTo>
                  <a:lnTo>
                    <a:pt x="110858" y="25400"/>
                  </a:lnTo>
                  <a:close/>
                </a:path>
                <a:path w="3215004" h="6096000">
                  <a:moveTo>
                    <a:pt x="3124009" y="25400"/>
                  </a:moveTo>
                  <a:lnTo>
                    <a:pt x="3104045" y="25400"/>
                  </a:lnTo>
                  <a:lnTo>
                    <a:pt x="3095904" y="12700"/>
                  </a:lnTo>
                  <a:lnTo>
                    <a:pt x="3116110" y="12700"/>
                  </a:lnTo>
                  <a:lnTo>
                    <a:pt x="3124009" y="25400"/>
                  </a:lnTo>
                  <a:close/>
                </a:path>
                <a:path w="3215004" h="6096000">
                  <a:moveTo>
                    <a:pt x="88379" y="38100"/>
                  </a:moveTo>
                  <a:lnTo>
                    <a:pt x="68719" y="38100"/>
                  </a:lnTo>
                  <a:lnTo>
                    <a:pt x="75844" y="25400"/>
                  </a:lnTo>
                  <a:lnTo>
                    <a:pt x="95846" y="25400"/>
                  </a:lnTo>
                  <a:lnTo>
                    <a:pt x="88379" y="38100"/>
                  </a:lnTo>
                  <a:close/>
                </a:path>
                <a:path w="3215004" h="6096000">
                  <a:moveTo>
                    <a:pt x="3146361" y="38100"/>
                  </a:moveTo>
                  <a:lnTo>
                    <a:pt x="3126524" y="38100"/>
                  </a:lnTo>
                  <a:lnTo>
                    <a:pt x="3119056" y="25400"/>
                  </a:lnTo>
                  <a:lnTo>
                    <a:pt x="3139236" y="25400"/>
                  </a:lnTo>
                  <a:lnTo>
                    <a:pt x="3146361" y="38100"/>
                  </a:lnTo>
                  <a:close/>
                </a:path>
                <a:path w="3215004" h="6096000">
                  <a:moveTo>
                    <a:pt x="68110" y="50800"/>
                  </a:moveTo>
                  <a:lnTo>
                    <a:pt x="55156" y="50800"/>
                  </a:lnTo>
                  <a:lnTo>
                    <a:pt x="61874" y="38100"/>
                  </a:lnTo>
                  <a:lnTo>
                    <a:pt x="74777" y="38100"/>
                  </a:lnTo>
                  <a:lnTo>
                    <a:pt x="68110" y="50800"/>
                  </a:lnTo>
                  <a:close/>
                </a:path>
                <a:path w="3215004" h="6096000">
                  <a:moveTo>
                    <a:pt x="3159747" y="50800"/>
                  </a:moveTo>
                  <a:lnTo>
                    <a:pt x="3146793" y="50800"/>
                  </a:lnTo>
                  <a:lnTo>
                    <a:pt x="3140125" y="38100"/>
                  </a:lnTo>
                  <a:lnTo>
                    <a:pt x="3153206" y="38100"/>
                  </a:lnTo>
                  <a:lnTo>
                    <a:pt x="3159747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41" y="63500"/>
                  </a:lnTo>
                  <a:lnTo>
                    <a:pt x="49072" y="50800"/>
                  </a:lnTo>
                  <a:lnTo>
                    <a:pt x="62052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13" y="63500"/>
                  </a:moveTo>
                  <a:lnTo>
                    <a:pt x="3158947" y="63500"/>
                  </a:lnTo>
                  <a:lnTo>
                    <a:pt x="3152851" y="50800"/>
                  </a:lnTo>
                  <a:lnTo>
                    <a:pt x="3165982" y="50800"/>
                  </a:lnTo>
                  <a:lnTo>
                    <a:pt x="3171913" y="63500"/>
                  </a:lnTo>
                  <a:close/>
                </a:path>
                <a:path w="3215004" h="6096000">
                  <a:moveTo>
                    <a:pt x="20345" y="127000"/>
                  </a:moveTo>
                  <a:lnTo>
                    <a:pt x="20421" y="114300"/>
                  </a:lnTo>
                  <a:lnTo>
                    <a:pt x="14770" y="114300"/>
                  </a:lnTo>
                  <a:lnTo>
                    <a:pt x="18541" y="101600"/>
                  </a:lnTo>
                  <a:lnTo>
                    <a:pt x="22707" y="88900"/>
                  </a:lnTo>
                  <a:lnTo>
                    <a:pt x="27241" y="88900"/>
                  </a:lnTo>
                  <a:lnTo>
                    <a:pt x="32143" y="76200"/>
                  </a:lnTo>
                  <a:lnTo>
                    <a:pt x="37541" y="63500"/>
                  </a:lnTo>
                  <a:lnTo>
                    <a:pt x="50482" y="63500"/>
                  </a:lnTo>
                  <a:lnTo>
                    <a:pt x="45021" y="76200"/>
                  </a:lnTo>
                  <a:lnTo>
                    <a:pt x="40170" y="76200"/>
                  </a:lnTo>
                  <a:lnTo>
                    <a:pt x="35496" y="88900"/>
                  </a:lnTo>
                  <a:lnTo>
                    <a:pt x="31191" y="101600"/>
                  </a:lnTo>
                  <a:lnTo>
                    <a:pt x="27228" y="101600"/>
                  </a:lnTo>
                  <a:lnTo>
                    <a:pt x="23634" y="114300"/>
                  </a:lnTo>
                  <a:lnTo>
                    <a:pt x="20345" y="127000"/>
                  </a:lnTo>
                  <a:close/>
                </a:path>
                <a:path w="3215004" h="6096000">
                  <a:moveTo>
                    <a:pt x="3194557" y="127000"/>
                  </a:moveTo>
                  <a:lnTo>
                    <a:pt x="3191357" y="114300"/>
                  </a:lnTo>
                  <a:lnTo>
                    <a:pt x="3187776" y="101600"/>
                  </a:lnTo>
                  <a:lnTo>
                    <a:pt x="3183826" y="101600"/>
                  </a:lnTo>
                  <a:lnTo>
                    <a:pt x="3179521" y="88900"/>
                  </a:lnTo>
                  <a:lnTo>
                    <a:pt x="3174873" y="76200"/>
                  </a:lnTo>
                  <a:lnTo>
                    <a:pt x="3169881" y="76200"/>
                  </a:lnTo>
                  <a:lnTo>
                    <a:pt x="3164420" y="63500"/>
                  </a:lnTo>
                  <a:lnTo>
                    <a:pt x="3177501" y="63500"/>
                  </a:lnTo>
                  <a:lnTo>
                    <a:pt x="3182632" y="76200"/>
                  </a:lnTo>
                  <a:lnTo>
                    <a:pt x="3187534" y="88900"/>
                  </a:lnTo>
                  <a:lnTo>
                    <a:pt x="3192081" y="88900"/>
                  </a:lnTo>
                  <a:lnTo>
                    <a:pt x="3196259" y="101600"/>
                  </a:lnTo>
                  <a:lnTo>
                    <a:pt x="3200044" y="114300"/>
                  </a:lnTo>
                  <a:lnTo>
                    <a:pt x="3194481" y="114300"/>
                  </a:lnTo>
                  <a:lnTo>
                    <a:pt x="3194557" y="127000"/>
                  </a:lnTo>
                  <a:close/>
                </a:path>
                <a:path w="3215004" h="6096000">
                  <a:moveTo>
                    <a:pt x="13131" y="152400"/>
                  </a:moveTo>
                  <a:lnTo>
                    <a:pt x="13182" y="139700"/>
                  </a:lnTo>
                  <a:lnTo>
                    <a:pt x="5905" y="139700"/>
                  </a:lnTo>
                  <a:lnTo>
                    <a:pt x="8509" y="127000"/>
                  </a:lnTo>
                  <a:lnTo>
                    <a:pt x="11404" y="114300"/>
                  </a:lnTo>
                  <a:lnTo>
                    <a:pt x="20421" y="114300"/>
                  </a:lnTo>
                  <a:lnTo>
                    <a:pt x="17602" y="127000"/>
                  </a:lnTo>
                  <a:lnTo>
                    <a:pt x="15189" y="139700"/>
                  </a:lnTo>
                  <a:lnTo>
                    <a:pt x="13131" y="152400"/>
                  </a:lnTo>
                  <a:close/>
                </a:path>
                <a:path w="3215004" h="6096000">
                  <a:moveTo>
                    <a:pt x="3201771" y="152400"/>
                  </a:moveTo>
                  <a:lnTo>
                    <a:pt x="3199777" y="139700"/>
                  </a:lnTo>
                  <a:lnTo>
                    <a:pt x="3197364" y="127000"/>
                  </a:lnTo>
                  <a:lnTo>
                    <a:pt x="3194481" y="114300"/>
                  </a:lnTo>
                  <a:lnTo>
                    <a:pt x="3203422" y="114300"/>
                  </a:lnTo>
                  <a:lnTo>
                    <a:pt x="3206394" y="127000"/>
                  </a:lnTo>
                  <a:lnTo>
                    <a:pt x="3208934" y="139700"/>
                  </a:lnTo>
                  <a:lnTo>
                    <a:pt x="3201720" y="139700"/>
                  </a:lnTo>
                  <a:lnTo>
                    <a:pt x="3201771" y="152400"/>
                  </a:lnTo>
                  <a:close/>
                </a:path>
                <a:path w="3215004" h="6096000">
                  <a:moveTo>
                    <a:pt x="9753" y="177800"/>
                  </a:moveTo>
                  <a:lnTo>
                    <a:pt x="241" y="177800"/>
                  </a:lnTo>
                  <a:lnTo>
                    <a:pt x="952" y="165100"/>
                  </a:lnTo>
                  <a:lnTo>
                    <a:pt x="2146" y="152400"/>
                  </a:lnTo>
                  <a:lnTo>
                    <a:pt x="3848" y="139700"/>
                  </a:lnTo>
                  <a:lnTo>
                    <a:pt x="13182" y="139700"/>
                  </a:lnTo>
                  <a:lnTo>
                    <a:pt x="11595" y="152400"/>
                  </a:lnTo>
                  <a:lnTo>
                    <a:pt x="10452" y="165100"/>
                  </a:lnTo>
                  <a:lnTo>
                    <a:pt x="9753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62" y="177800"/>
                  </a:lnTo>
                  <a:lnTo>
                    <a:pt x="3204476" y="165100"/>
                  </a:lnTo>
                  <a:lnTo>
                    <a:pt x="3203346" y="152400"/>
                  </a:lnTo>
                  <a:lnTo>
                    <a:pt x="3201720" y="139700"/>
                  </a:lnTo>
                  <a:lnTo>
                    <a:pt x="3211055" y="139700"/>
                  </a:lnTo>
                  <a:lnTo>
                    <a:pt x="3212719" y="152400"/>
                  </a:lnTo>
                  <a:lnTo>
                    <a:pt x="3213925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40" y="5918200"/>
                  </a:moveTo>
                  <a:lnTo>
                    <a:pt x="253" y="5918200"/>
                  </a:lnTo>
                  <a:lnTo>
                    <a:pt x="0" y="5905500"/>
                  </a:lnTo>
                  <a:lnTo>
                    <a:pt x="0" y="177800"/>
                  </a:lnTo>
                  <a:lnTo>
                    <a:pt x="9512" y="177800"/>
                  </a:lnTo>
                  <a:lnTo>
                    <a:pt x="9512" y="5905500"/>
                  </a:lnTo>
                  <a:lnTo>
                    <a:pt x="9740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49" y="5918200"/>
                  </a:lnTo>
                  <a:lnTo>
                    <a:pt x="3205378" y="5905500"/>
                  </a:lnTo>
                  <a:lnTo>
                    <a:pt x="3205378" y="177800"/>
                  </a:lnTo>
                  <a:lnTo>
                    <a:pt x="3214903" y="177800"/>
                  </a:lnTo>
                  <a:lnTo>
                    <a:pt x="3214903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170" y="6007100"/>
                  </a:moveTo>
                  <a:lnTo>
                    <a:pt x="27241" y="6007100"/>
                  </a:lnTo>
                  <a:lnTo>
                    <a:pt x="22821" y="5994400"/>
                  </a:lnTo>
                  <a:lnTo>
                    <a:pt x="18643" y="5981700"/>
                  </a:lnTo>
                  <a:lnTo>
                    <a:pt x="14859" y="5981700"/>
                  </a:lnTo>
                  <a:lnTo>
                    <a:pt x="11480" y="5969000"/>
                  </a:lnTo>
                  <a:lnTo>
                    <a:pt x="8509" y="5956300"/>
                  </a:lnTo>
                  <a:lnTo>
                    <a:pt x="5968" y="5956300"/>
                  </a:lnTo>
                  <a:lnTo>
                    <a:pt x="3848" y="5943600"/>
                  </a:lnTo>
                  <a:lnTo>
                    <a:pt x="2184" y="5930900"/>
                  </a:lnTo>
                  <a:lnTo>
                    <a:pt x="977" y="5918200"/>
                  </a:lnTo>
                  <a:lnTo>
                    <a:pt x="10426" y="5918200"/>
                  </a:lnTo>
                  <a:lnTo>
                    <a:pt x="11569" y="5930900"/>
                  </a:lnTo>
                  <a:lnTo>
                    <a:pt x="13131" y="5943600"/>
                  </a:lnTo>
                  <a:lnTo>
                    <a:pt x="15125" y="5943600"/>
                  </a:lnTo>
                  <a:lnTo>
                    <a:pt x="17538" y="5956300"/>
                  </a:lnTo>
                  <a:lnTo>
                    <a:pt x="20345" y="5969000"/>
                  </a:lnTo>
                  <a:lnTo>
                    <a:pt x="23545" y="5969000"/>
                  </a:lnTo>
                  <a:lnTo>
                    <a:pt x="27127" y="5981700"/>
                  </a:lnTo>
                  <a:lnTo>
                    <a:pt x="31076" y="5994400"/>
                  </a:lnTo>
                  <a:lnTo>
                    <a:pt x="35382" y="5994400"/>
                  </a:lnTo>
                  <a:lnTo>
                    <a:pt x="40170" y="6007100"/>
                  </a:lnTo>
                  <a:close/>
                </a:path>
                <a:path w="3215004" h="6096000">
                  <a:moveTo>
                    <a:pt x="3187661" y="6007100"/>
                  </a:moveTo>
                  <a:lnTo>
                    <a:pt x="3174746" y="6007100"/>
                  </a:lnTo>
                  <a:lnTo>
                    <a:pt x="3179406" y="5994400"/>
                  </a:lnTo>
                  <a:lnTo>
                    <a:pt x="3183724" y="5994400"/>
                  </a:lnTo>
                  <a:lnTo>
                    <a:pt x="3187674" y="5981700"/>
                  </a:lnTo>
                  <a:lnTo>
                    <a:pt x="3191268" y="5969000"/>
                  </a:lnTo>
                  <a:lnTo>
                    <a:pt x="3194481" y="5969000"/>
                  </a:lnTo>
                  <a:lnTo>
                    <a:pt x="3197301" y="5956300"/>
                  </a:lnTo>
                  <a:lnTo>
                    <a:pt x="3199714" y="5943600"/>
                  </a:lnTo>
                  <a:lnTo>
                    <a:pt x="3201720" y="5943600"/>
                  </a:lnTo>
                  <a:lnTo>
                    <a:pt x="3203308" y="5930900"/>
                  </a:lnTo>
                  <a:lnTo>
                    <a:pt x="3204451" y="5918200"/>
                  </a:lnTo>
                  <a:lnTo>
                    <a:pt x="3213950" y="5918200"/>
                  </a:lnTo>
                  <a:lnTo>
                    <a:pt x="3212757" y="5930900"/>
                  </a:lnTo>
                  <a:lnTo>
                    <a:pt x="3211106" y="5943600"/>
                  </a:lnTo>
                  <a:lnTo>
                    <a:pt x="3208997" y="5956300"/>
                  </a:lnTo>
                  <a:lnTo>
                    <a:pt x="3206394" y="5956300"/>
                  </a:lnTo>
                  <a:lnTo>
                    <a:pt x="3203498" y="5969000"/>
                  </a:lnTo>
                  <a:lnTo>
                    <a:pt x="3200133" y="5981700"/>
                  </a:lnTo>
                  <a:lnTo>
                    <a:pt x="3196361" y="5981700"/>
                  </a:lnTo>
                  <a:lnTo>
                    <a:pt x="3192195" y="5994400"/>
                  </a:lnTo>
                  <a:lnTo>
                    <a:pt x="3187661" y="6007100"/>
                  </a:lnTo>
                  <a:close/>
                </a:path>
                <a:path w="3215004" h="6096000">
                  <a:moveTo>
                    <a:pt x="50482" y="6019800"/>
                  </a:moveTo>
                  <a:lnTo>
                    <a:pt x="37401" y="6019800"/>
                  </a:lnTo>
                  <a:lnTo>
                    <a:pt x="32270" y="6007100"/>
                  </a:lnTo>
                  <a:lnTo>
                    <a:pt x="45021" y="6007100"/>
                  </a:lnTo>
                  <a:lnTo>
                    <a:pt x="50482" y="6019800"/>
                  </a:lnTo>
                  <a:close/>
                </a:path>
                <a:path w="3215004" h="6096000">
                  <a:moveTo>
                    <a:pt x="3177362" y="6019800"/>
                  </a:moveTo>
                  <a:lnTo>
                    <a:pt x="3164420" y="6019800"/>
                  </a:lnTo>
                  <a:lnTo>
                    <a:pt x="3169881" y="6007100"/>
                  </a:lnTo>
                  <a:lnTo>
                    <a:pt x="3182759" y="6007100"/>
                  </a:lnTo>
                  <a:lnTo>
                    <a:pt x="3177362" y="6019800"/>
                  </a:lnTo>
                  <a:close/>
                </a:path>
                <a:path w="3215004" h="6096000">
                  <a:moveTo>
                    <a:pt x="62052" y="6032500"/>
                  </a:moveTo>
                  <a:lnTo>
                    <a:pt x="48920" y="6032500"/>
                  </a:lnTo>
                  <a:lnTo>
                    <a:pt x="42989" y="6019800"/>
                  </a:lnTo>
                  <a:lnTo>
                    <a:pt x="55968" y="6019800"/>
                  </a:lnTo>
                  <a:lnTo>
                    <a:pt x="62052" y="6032500"/>
                  </a:lnTo>
                  <a:close/>
                </a:path>
                <a:path w="3215004" h="6096000">
                  <a:moveTo>
                    <a:pt x="3165830" y="6032500"/>
                  </a:moveTo>
                  <a:lnTo>
                    <a:pt x="3152851" y="6032500"/>
                  </a:lnTo>
                  <a:lnTo>
                    <a:pt x="3158947" y="6019800"/>
                  </a:lnTo>
                  <a:lnTo>
                    <a:pt x="3171761" y="6019800"/>
                  </a:lnTo>
                  <a:lnTo>
                    <a:pt x="3165830" y="6032500"/>
                  </a:lnTo>
                  <a:close/>
                </a:path>
                <a:path w="3215004" h="6096000">
                  <a:moveTo>
                    <a:pt x="74777" y="6045200"/>
                  </a:moveTo>
                  <a:lnTo>
                    <a:pt x="61696" y="6045200"/>
                  </a:lnTo>
                  <a:lnTo>
                    <a:pt x="55156" y="6032500"/>
                  </a:lnTo>
                  <a:lnTo>
                    <a:pt x="68110" y="6032500"/>
                  </a:lnTo>
                  <a:lnTo>
                    <a:pt x="74777" y="6045200"/>
                  </a:lnTo>
                  <a:close/>
                </a:path>
                <a:path w="3215004" h="6096000">
                  <a:moveTo>
                    <a:pt x="3153029" y="6045200"/>
                  </a:moveTo>
                  <a:lnTo>
                    <a:pt x="3140125" y="6045200"/>
                  </a:lnTo>
                  <a:lnTo>
                    <a:pt x="3146793" y="6032500"/>
                  </a:lnTo>
                  <a:lnTo>
                    <a:pt x="3159747" y="6032500"/>
                  </a:lnTo>
                  <a:lnTo>
                    <a:pt x="3153029" y="6045200"/>
                  </a:lnTo>
                  <a:close/>
                </a:path>
                <a:path w="3215004" h="6096000">
                  <a:moveTo>
                    <a:pt x="88569" y="6057900"/>
                  </a:moveTo>
                  <a:lnTo>
                    <a:pt x="75844" y="6057900"/>
                  </a:lnTo>
                  <a:lnTo>
                    <a:pt x="68541" y="6045200"/>
                  </a:lnTo>
                  <a:lnTo>
                    <a:pt x="81368" y="6045200"/>
                  </a:lnTo>
                  <a:lnTo>
                    <a:pt x="88569" y="6057900"/>
                  </a:lnTo>
                  <a:close/>
                </a:path>
                <a:path w="3215004" h="6096000">
                  <a:moveTo>
                    <a:pt x="3139236" y="6057900"/>
                  </a:moveTo>
                  <a:lnTo>
                    <a:pt x="3126333" y="6057900"/>
                  </a:lnTo>
                  <a:lnTo>
                    <a:pt x="3133534" y="6045200"/>
                  </a:lnTo>
                  <a:lnTo>
                    <a:pt x="3146183" y="6045200"/>
                  </a:lnTo>
                  <a:lnTo>
                    <a:pt x="3139236" y="6057900"/>
                  </a:lnTo>
                  <a:close/>
                </a:path>
                <a:path w="3215004" h="6096000">
                  <a:moveTo>
                    <a:pt x="111061" y="6070600"/>
                  </a:moveTo>
                  <a:lnTo>
                    <a:pt x="90893" y="6070600"/>
                  </a:lnTo>
                  <a:lnTo>
                    <a:pt x="83235" y="6057900"/>
                  </a:lnTo>
                  <a:lnTo>
                    <a:pt x="103136" y="6057900"/>
                  </a:lnTo>
                  <a:lnTo>
                    <a:pt x="111061" y="6070600"/>
                  </a:lnTo>
                  <a:close/>
                </a:path>
                <a:path w="3215004" h="6096000">
                  <a:moveTo>
                    <a:pt x="3124200" y="6070600"/>
                  </a:moveTo>
                  <a:lnTo>
                    <a:pt x="3103841" y="6070600"/>
                  </a:lnTo>
                  <a:lnTo>
                    <a:pt x="3111766" y="6057900"/>
                  </a:lnTo>
                  <a:lnTo>
                    <a:pt x="3131858" y="6057900"/>
                  </a:lnTo>
                  <a:lnTo>
                    <a:pt x="3124200" y="6070600"/>
                  </a:lnTo>
                  <a:close/>
                </a:path>
                <a:path w="3215004" h="6096000">
                  <a:moveTo>
                    <a:pt x="152615" y="6083300"/>
                  </a:moveTo>
                  <a:lnTo>
                    <a:pt x="115290" y="6083300"/>
                  </a:lnTo>
                  <a:lnTo>
                    <a:pt x="106934" y="6070600"/>
                  </a:lnTo>
                  <a:lnTo>
                    <a:pt x="143725" y="6070600"/>
                  </a:lnTo>
                  <a:lnTo>
                    <a:pt x="152615" y="6083300"/>
                  </a:lnTo>
                  <a:close/>
                </a:path>
                <a:path w="3215004" h="6096000">
                  <a:moveTo>
                    <a:pt x="3099828" y="6083300"/>
                  </a:moveTo>
                  <a:lnTo>
                    <a:pt x="3062287" y="6083300"/>
                  </a:lnTo>
                  <a:lnTo>
                    <a:pt x="3071177" y="6070600"/>
                  </a:lnTo>
                  <a:lnTo>
                    <a:pt x="3108172" y="6070600"/>
                  </a:lnTo>
                  <a:lnTo>
                    <a:pt x="3099828" y="6083300"/>
                  </a:lnTo>
                  <a:close/>
                </a:path>
                <a:path w="3215004" h="6096000">
                  <a:moveTo>
                    <a:pt x="3055137" y="6096000"/>
                  </a:moveTo>
                  <a:lnTo>
                    <a:pt x="160007" y="6096000"/>
                  </a:lnTo>
                  <a:lnTo>
                    <a:pt x="150710" y="6083300"/>
                  </a:lnTo>
                  <a:lnTo>
                    <a:pt x="3064421" y="6083300"/>
                  </a:lnTo>
                  <a:lnTo>
                    <a:pt x="3055137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7990713" y="3130334"/>
            <a:ext cx="3215005" cy="6096000"/>
            <a:chOff x="7990713" y="3130334"/>
            <a:chExt cx="3215005" cy="6096000"/>
          </a:xfrm>
        </p:grpSpPr>
        <p:sp>
          <p:nvSpPr>
            <p:cNvPr id="9" name="object 9"/>
            <p:cNvSpPr/>
            <p:nvPr/>
          </p:nvSpPr>
          <p:spPr>
            <a:xfrm>
              <a:off x="7995475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58" y="6088799"/>
                  </a:moveTo>
                  <a:lnTo>
                    <a:pt x="183845" y="6088799"/>
                  </a:lnTo>
                  <a:lnTo>
                    <a:pt x="134975" y="6082232"/>
                  </a:lnTo>
                  <a:lnTo>
                    <a:pt x="91059" y="6063699"/>
                  </a:lnTo>
                  <a:lnTo>
                    <a:pt x="53851" y="6034952"/>
                  </a:lnTo>
                  <a:lnTo>
                    <a:pt x="25102" y="5997744"/>
                  </a:lnTo>
                  <a:lnTo>
                    <a:pt x="6567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7" y="134971"/>
                  </a:lnTo>
                  <a:lnTo>
                    <a:pt x="25102" y="91054"/>
                  </a:lnTo>
                  <a:lnTo>
                    <a:pt x="53851" y="53846"/>
                  </a:lnTo>
                  <a:lnTo>
                    <a:pt x="91059" y="25099"/>
                  </a:lnTo>
                  <a:lnTo>
                    <a:pt x="134975" y="6567"/>
                  </a:lnTo>
                  <a:lnTo>
                    <a:pt x="183845" y="0"/>
                  </a:lnTo>
                  <a:lnTo>
                    <a:pt x="3021558" y="0"/>
                  </a:lnTo>
                  <a:lnTo>
                    <a:pt x="3070427" y="6567"/>
                  </a:lnTo>
                  <a:lnTo>
                    <a:pt x="3114340" y="25099"/>
                  </a:lnTo>
                  <a:lnTo>
                    <a:pt x="3151546" y="53846"/>
                  </a:lnTo>
                  <a:lnTo>
                    <a:pt x="3180291" y="91054"/>
                  </a:lnTo>
                  <a:lnTo>
                    <a:pt x="3198824" y="134971"/>
                  </a:lnTo>
                  <a:lnTo>
                    <a:pt x="3205391" y="183845"/>
                  </a:lnTo>
                  <a:lnTo>
                    <a:pt x="3205391" y="5904953"/>
                  </a:lnTo>
                  <a:lnTo>
                    <a:pt x="3198824" y="5953827"/>
                  </a:lnTo>
                  <a:lnTo>
                    <a:pt x="3180291" y="5997744"/>
                  </a:lnTo>
                  <a:lnTo>
                    <a:pt x="3151546" y="6034952"/>
                  </a:lnTo>
                  <a:lnTo>
                    <a:pt x="3114340" y="6063699"/>
                  </a:lnTo>
                  <a:lnTo>
                    <a:pt x="3070427" y="6082232"/>
                  </a:lnTo>
                  <a:lnTo>
                    <a:pt x="3021558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990713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400" y="12700"/>
                  </a:moveTo>
                  <a:lnTo>
                    <a:pt x="115087" y="12700"/>
                  </a:lnTo>
                  <a:lnTo>
                    <a:pt x="123647" y="0"/>
                  </a:lnTo>
                  <a:lnTo>
                    <a:pt x="161455" y="0"/>
                  </a:lnTo>
                  <a:lnTo>
                    <a:pt x="152400" y="12700"/>
                  </a:lnTo>
                  <a:close/>
                </a:path>
                <a:path w="3215004" h="6096000">
                  <a:moveTo>
                    <a:pt x="3099625" y="12700"/>
                  </a:moveTo>
                  <a:lnTo>
                    <a:pt x="3062528" y="12700"/>
                  </a:lnTo>
                  <a:lnTo>
                    <a:pt x="3053473" y="0"/>
                  </a:lnTo>
                  <a:lnTo>
                    <a:pt x="3091053" y="0"/>
                  </a:lnTo>
                  <a:lnTo>
                    <a:pt x="3099625" y="12700"/>
                  </a:lnTo>
                  <a:close/>
                </a:path>
                <a:path w="3215004" h="6096000">
                  <a:moveTo>
                    <a:pt x="110870" y="25400"/>
                  </a:moveTo>
                  <a:lnTo>
                    <a:pt x="90716" y="25400"/>
                  </a:lnTo>
                  <a:lnTo>
                    <a:pt x="98602" y="12700"/>
                  </a:lnTo>
                  <a:lnTo>
                    <a:pt x="119011" y="12700"/>
                  </a:lnTo>
                  <a:lnTo>
                    <a:pt x="110870" y="25400"/>
                  </a:lnTo>
                  <a:close/>
                </a:path>
                <a:path w="3215004" h="6096000">
                  <a:moveTo>
                    <a:pt x="3124022" y="25400"/>
                  </a:moveTo>
                  <a:lnTo>
                    <a:pt x="3104057" y="25400"/>
                  </a:lnTo>
                  <a:lnTo>
                    <a:pt x="3095917" y="12700"/>
                  </a:lnTo>
                  <a:lnTo>
                    <a:pt x="3116122" y="12700"/>
                  </a:lnTo>
                  <a:lnTo>
                    <a:pt x="3124022" y="25400"/>
                  </a:lnTo>
                  <a:close/>
                </a:path>
                <a:path w="3215004" h="6096000">
                  <a:moveTo>
                    <a:pt x="88391" y="38100"/>
                  </a:moveTo>
                  <a:lnTo>
                    <a:pt x="68732" y="38100"/>
                  </a:lnTo>
                  <a:lnTo>
                    <a:pt x="75857" y="25400"/>
                  </a:lnTo>
                  <a:lnTo>
                    <a:pt x="95846" y="25400"/>
                  </a:lnTo>
                  <a:lnTo>
                    <a:pt x="88391" y="38100"/>
                  </a:lnTo>
                  <a:close/>
                </a:path>
                <a:path w="3215004" h="6096000">
                  <a:moveTo>
                    <a:pt x="3146374" y="38100"/>
                  </a:moveTo>
                  <a:lnTo>
                    <a:pt x="3126536" y="38100"/>
                  </a:lnTo>
                  <a:lnTo>
                    <a:pt x="3119069" y="25400"/>
                  </a:lnTo>
                  <a:lnTo>
                    <a:pt x="3139249" y="25400"/>
                  </a:lnTo>
                  <a:lnTo>
                    <a:pt x="3146374" y="38100"/>
                  </a:lnTo>
                  <a:close/>
                </a:path>
                <a:path w="3215004" h="6096000">
                  <a:moveTo>
                    <a:pt x="68122" y="50800"/>
                  </a:moveTo>
                  <a:lnTo>
                    <a:pt x="55168" y="50800"/>
                  </a:lnTo>
                  <a:lnTo>
                    <a:pt x="61887" y="38100"/>
                  </a:lnTo>
                  <a:lnTo>
                    <a:pt x="74790" y="38100"/>
                  </a:lnTo>
                  <a:lnTo>
                    <a:pt x="68122" y="50800"/>
                  </a:lnTo>
                  <a:close/>
                </a:path>
                <a:path w="3215004" h="6096000">
                  <a:moveTo>
                    <a:pt x="3159759" y="50800"/>
                  </a:moveTo>
                  <a:lnTo>
                    <a:pt x="3146805" y="50800"/>
                  </a:lnTo>
                  <a:lnTo>
                    <a:pt x="3140138" y="38100"/>
                  </a:lnTo>
                  <a:lnTo>
                    <a:pt x="3153219" y="38100"/>
                  </a:lnTo>
                  <a:lnTo>
                    <a:pt x="3159759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54" y="63500"/>
                  </a:lnTo>
                  <a:lnTo>
                    <a:pt x="49085" y="50800"/>
                  </a:lnTo>
                  <a:lnTo>
                    <a:pt x="62064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26" y="63500"/>
                  </a:moveTo>
                  <a:lnTo>
                    <a:pt x="3158947" y="63500"/>
                  </a:lnTo>
                  <a:lnTo>
                    <a:pt x="3152863" y="50800"/>
                  </a:lnTo>
                  <a:lnTo>
                    <a:pt x="3165995" y="50800"/>
                  </a:lnTo>
                  <a:lnTo>
                    <a:pt x="3171926" y="63500"/>
                  </a:lnTo>
                  <a:close/>
                </a:path>
                <a:path w="3215004" h="6096000">
                  <a:moveTo>
                    <a:pt x="20358" y="127000"/>
                  </a:moveTo>
                  <a:lnTo>
                    <a:pt x="20434" y="114300"/>
                  </a:lnTo>
                  <a:lnTo>
                    <a:pt x="14782" y="114300"/>
                  </a:lnTo>
                  <a:lnTo>
                    <a:pt x="18554" y="101600"/>
                  </a:lnTo>
                  <a:lnTo>
                    <a:pt x="22720" y="88900"/>
                  </a:lnTo>
                  <a:lnTo>
                    <a:pt x="27254" y="88900"/>
                  </a:lnTo>
                  <a:lnTo>
                    <a:pt x="32156" y="76200"/>
                  </a:lnTo>
                  <a:lnTo>
                    <a:pt x="37414" y="63500"/>
                  </a:lnTo>
                  <a:lnTo>
                    <a:pt x="50495" y="63500"/>
                  </a:lnTo>
                  <a:lnTo>
                    <a:pt x="45034" y="76200"/>
                  </a:lnTo>
                  <a:lnTo>
                    <a:pt x="40170" y="76200"/>
                  </a:lnTo>
                  <a:lnTo>
                    <a:pt x="35509" y="88900"/>
                  </a:lnTo>
                  <a:lnTo>
                    <a:pt x="31191" y="101600"/>
                  </a:lnTo>
                  <a:lnTo>
                    <a:pt x="27241" y="101600"/>
                  </a:lnTo>
                  <a:lnTo>
                    <a:pt x="23647" y="114300"/>
                  </a:lnTo>
                  <a:lnTo>
                    <a:pt x="20358" y="127000"/>
                  </a:lnTo>
                  <a:close/>
                </a:path>
                <a:path w="3215004" h="6096000">
                  <a:moveTo>
                    <a:pt x="3194570" y="127000"/>
                  </a:moveTo>
                  <a:lnTo>
                    <a:pt x="3191370" y="114300"/>
                  </a:lnTo>
                  <a:lnTo>
                    <a:pt x="3187788" y="101600"/>
                  </a:lnTo>
                  <a:lnTo>
                    <a:pt x="3183839" y="101600"/>
                  </a:lnTo>
                  <a:lnTo>
                    <a:pt x="3179533" y="88900"/>
                  </a:lnTo>
                  <a:lnTo>
                    <a:pt x="3174745" y="76200"/>
                  </a:lnTo>
                  <a:lnTo>
                    <a:pt x="3169894" y="76200"/>
                  </a:lnTo>
                  <a:lnTo>
                    <a:pt x="3164433" y="63500"/>
                  </a:lnTo>
                  <a:lnTo>
                    <a:pt x="3177514" y="63500"/>
                  </a:lnTo>
                  <a:lnTo>
                    <a:pt x="3182645" y="76200"/>
                  </a:lnTo>
                  <a:lnTo>
                    <a:pt x="3187547" y="88900"/>
                  </a:lnTo>
                  <a:lnTo>
                    <a:pt x="3192094" y="88900"/>
                  </a:lnTo>
                  <a:lnTo>
                    <a:pt x="3196272" y="101600"/>
                  </a:lnTo>
                  <a:lnTo>
                    <a:pt x="3200145" y="114300"/>
                  </a:lnTo>
                  <a:lnTo>
                    <a:pt x="3194494" y="114300"/>
                  </a:lnTo>
                  <a:lnTo>
                    <a:pt x="3194570" y="127000"/>
                  </a:lnTo>
                  <a:close/>
                </a:path>
                <a:path w="3215004" h="6096000">
                  <a:moveTo>
                    <a:pt x="13144" y="152400"/>
                  </a:moveTo>
                  <a:lnTo>
                    <a:pt x="13195" y="139700"/>
                  </a:lnTo>
                  <a:lnTo>
                    <a:pt x="5918" y="139700"/>
                  </a:lnTo>
                  <a:lnTo>
                    <a:pt x="8521" y="127000"/>
                  </a:lnTo>
                  <a:lnTo>
                    <a:pt x="11417" y="114300"/>
                  </a:lnTo>
                  <a:lnTo>
                    <a:pt x="20434" y="114300"/>
                  </a:lnTo>
                  <a:lnTo>
                    <a:pt x="17614" y="127000"/>
                  </a:lnTo>
                  <a:lnTo>
                    <a:pt x="15201" y="139700"/>
                  </a:lnTo>
                  <a:lnTo>
                    <a:pt x="13144" y="152400"/>
                  </a:lnTo>
                  <a:close/>
                </a:path>
                <a:path w="3215004" h="6096000">
                  <a:moveTo>
                    <a:pt x="3201784" y="152400"/>
                  </a:moveTo>
                  <a:lnTo>
                    <a:pt x="3199790" y="139700"/>
                  </a:lnTo>
                  <a:lnTo>
                    <a:pt x="3197377" y="127000"/>
                  </a:lnTo>
                  <a:lnTo>
                    <a:pt x="3194494" y="114300"/>
                  </a:lnTo>
                  <a:lnTo>
                    <a:pt x="3203435" y="114300"/>
                  </a:lnTo>
                  <a:lnTo>
                    <a:pt x="3206407" y="127000"/>
                  </a:lnTo>
                  <a:lnTo>
                    <a:pt x="3208947" y="139700"/>
                  </a:lnTo>
                  <a:lnTo>
                    <a:pt x="3201733" y="139700"/>
                  </a:lnTo>
                  <a:lnTo>
                    <a:pt x="3201784" y="152400"/>
                  </a:lnTo>
                  <a:close/>
                </a:path>
                <a:path w="3215004" h="6096000">
                  <a:moveTo>
                    <a:pt x="9766" y="177800"/>
                  </a:moveTo>
                  <a:lnTo>
                    <a:pt x="241" y="177800"/>
                  </a:lnTo>
                  <a:lnTo>
                    <a:pt x="965" y="165100"/>
                  </a:lnTo>
                  <a:lnTo>
                    <a:pt x="2158" y="152400"/>
                  </a:lnTo>
                  <a:lnTo>
                    <a:pt x="3809" y="139700"/>
                  </a:lnTo>
                  <a:lnTo>
                    <a:pt x="13195" y="139700"/>
                  </a:lnTo>
                  <a:lnTo>
                    <a:pt x="11607" y="152400"/>
                  </a:lnTo>
                  <a:lnTo>
                    <a:pt x="10464" y="165100"/>
                  </a:lnTo>
                  <a:lnTo>
                    <a:pt x="9766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75" y="177800"/>
                  </a:lnTo>
                  <a:lnTo>
                    <a:pt x="3204489" y="165100"/>
                  </a:lnTo>
                  <a:lnTo>
                    <a:pt x="3203346" y="152400"/>
                  </a:lnTo>
                  <a:lnTo>
                    <a:pt x="3201733" y="139700"/>
                  </a:lnTo>
                  <a:lnTo>
                    <a:pt x="3211067" y="139700"/>
                  </a:lnTo>
                  <a:lnTo>
                    <a:pt x="3212731" y="152400"/>
                  </a:lnTo>
                  <a:lnTo>
                    <a:pt x="3213938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53" y="5918200"/>
                  </a:moveTo>
                  <a:lnTo>
                    <a:pt x="253" y="5918200"/>
                  </a:lnTo>
                  <a:lnTo>
                    <a:pt x="12" y="5905500"/>
                  </a:lnTo>
                  <a:lnTo>
                    <a:pt x="0" y="177800"/>
                  </a:lnTo>
                  <a:lnTo>
                    <a:pt x="9525" y="177800"/>
                  </a:lnTo>
                  <a:lnTo>
                    <a:pt x="9525" y="5905500"/>
                  </a:lnTo>
                  <a:lnTo>
                    <a:pt x="9753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62" y="5918200"/>
                  </a:lnTo>
                  <a:lnTo>
                    <a:pt x="3205391" y="5905500"/>
                  </a:lnTo>
                  <a:lnTo>
                    <a:pt x="3205391" y="177800"/>
                  </a:lnTo>
                  <a:lnTo>
                    <a:pt x="3214916" y="177800"/>
                  </a:lnTo>
                  <a:lnTo>
                    <a:pt x="3214916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043" y="6007100"/>
                  </a:moveTo>
                  <a:lnTo>
                    <a:pt x="27254" y="6007100"/>
                  </a:lnTo>
                  <a:lnTo>
                    <a:pt x="22834" y="5994400"/>
                  </a:lnTo>
                  <a:lnTo>
                    <a:pt x="18656" y="5981700"/>
                  </a:lnTo>
                  <a:lnTo>
                    <a:pt x="14871" y="5981700"/>
                  </a:lnTo>
                  <a:lnTo>
                    <a:pt x="11493" y="5969000"/>
                  </a:lnTo>
                  <a:lnTo>
                    <a:pt x="8521" y="5956300"/>
                  </a:lnTo>
                  <a:lnTo>
                    <a:pt x="5981" y="5956300"/>
                  </a:lnTo>
                  <a:lnTo>
                    <a:pt x="3860" y="5943600"/>
                  </a:lnTo>
                  <a:lnTo>
                    <a:pt x="2197" y="5930900"/>
                  </a:lnTo>
                  <a:lnTo>
                    <a:pt x="990" y="5918200"/>
                  </a:lnTo>
                  <a:lnTo>
                    <a:pt x="10439" y="5918200"/>
                  </a:lnTo>
                  <a:lnTo>
                    <a:pt x="11569" y="5930900"/>
                  </a:lnTo>
                  <a:lnTo>
                    <a:pt x="13144" y="5943600"/>
                  </a:lnTo>
                  <a:lnTo>
                    <a:pt x="15138" y="5943600"/>
                  </a:lnTo>
                  <a:lnTo>
                    <a:pt x="17551" y="5956300"/>
                  </a:lnTo>
                  <a:lnTo>
                    <a:pt x="20358" y="5969000"/>
                  </a:lnTo>
                  <a:lnTo>
                    <a:pt x="23558" y="5969000"/>
                  </a:lnTo>
                  <a:lnTo>
                    <a:pt x="27139" y="5981700"/>
                  </a:lnTo>
                  <a:lnTo>
                    <a:pt x="31089" y="5994400"/>
                  </a:lnTo>
                  <a:lnTo>
                    <a:pt x="35394" y="5994400"/>
                  </a:lnTo>
                  <a:lnTo>
                    <a:pt x="40043" y="6007100"/>
                  </a:lnTo>
                  <a:close/>
                </a:path>
                <a:path w="3215004" h="6096000">
                  <a:moveTo>
                    <a:pt x="3187674" y="6007100"/>
                  </a:moveTo>
                  <a:lnTo>
                    <a:pt x="3174745" y="6007100"/>
                  </a:lnTo>
                  <a:lnTo>
                    <a:pt x="3179419" y="5994400"/>
                  </a:lnTo>
                  <a:lnTo>
                    <a:pt x="3183724" y="5994400"/>
                  </a:lnTo>
                  <a:lnTo>
                    <a:pt x="3187687" y="5981700"/>
                  </a:lnTo>
                  <a:lnTo>
                    <a:pt x="3191281" y="5969000"/>
                  </a:lnTo>
                  <a:lnTo>
                    <a:pt x="3194494" y="5969000"/>
                  </a:lnTo>
                  <a:lnTo>
                    <a:pt x="3197313" y="5956300"/>
                  </a:lnTo>
                  <a:lnTo>
                    <a:pt x="3199726" y="5943600"/>
                  </a:lnTo>
                  <a:lnTo>
                    <a:pt x="3201733" y="5943600"/>
                  </a:lnTo>
                  <a:lnTo>
                    <a:pt x="3203320" y="5930900"/>
                  </a:lnTo>
                  <a:lnTo>
                    <a:pt x="3204463" y="5918200"/>
                  </a:lnTo>
                  <a:lnTo>
                    <a:pt x="3213963" y="5918200"/>
                  </a:lnTo>
                  <a:lnTo>
                    <a:pt x="3212769" y="5930900"/>
                  </a:lnTo>
                  <a:lnTo>
                    <a:pt x="3211067" y="5943600"/>
                  </a:lnTo>
                  <a:lnTo>
                    <a:pt x="3209010" y="5956300"/>
                  </a:lnTo>
                  <a:lnTo>
                    <a:pt x="3206407" y="5956300"/>
                  </a:lnTo>
                  <a:lnTo>
                    <a:pt x="3203511" y="5969000"/>
                  </a:lnTo>
                  <a:lnTo>
                    <a:pt x="3200145" y="5981700"/>
                  </a:lnTo>
                  <a:lnTo>
                    <a:pt x="3196374" y="5981700"/>
                  </a:lnTo>
                  <a:lnTo>
                    <a:pt x="3192208" y="5994400"/>
                  </a:lnTo>
                  <a:lnTo>
                    <a:pt x="3187674" y="6007100"/>
                  </a:lnTo>
                  <a:close/>
                </a:path>
                <a:path w="3215004" h="6096000">
                  <a:moveTo>
                    <a:pt x="50495" y="6019800"/>
                  </a:moveTo>
                  <a:lnTo>
                    <a:pt x="37541" y="6019800"/>
                  </a:lnTo>
                  <a:lnTo>
                    <a:pt x="32283" y="6007100"/>
                  </a:lnTo>
                  <a:lnTo>
                    <a:pt x="45034" y="6007100"/>
                  </a:lnTo>
                  <a:lnTo>
                    <a:pt x="50495" y="6019800"/>
                  </a:lnTo>
                  <a:close/>
                </a:path>
                <a:path w="3215004" h="6096000">
                  <a:moveTo>
                    <a:pt x="3177374" y="6019800"/>
                  </a:moveTo>
                  <a:lnTo>
                    <a:pt x="3164433" y="6019800"/>
                  </a:lnTo>
                  <a:lnTo>
                    <a:pt x="3169894" y="6007100"/>
                  </a:lnTo>
                  <a:lnTo>
                    <a:pt x="3182772" y="6007100"/>
                  </a:lnTo>
                  <a:lnTo>
                    <a:pt x="3177374" y="6019800"/>
                  </a:lnTo>
                  <a:close/>
                </a:path>
                <a:path w="3215004" h="6096000">
                  <a:moveTo>
                    <a:pt x="62064" y="6032500"/>
                  </a:moveTo>
                  <a:lnTo>
                    <a:pt x="48933" y="6032500"/>
                  </a:lnTo>
                  <a:lnTo>
                    <a:pt x="43002" y="6019800"/>
                  </a:lnTo>
                  <a:lnTo>
                    <a:pt x="55968" y="6019800"/>
                  </a:lnTo>
                  <a:lnTo>
                    <a:pt x="62064" y="6032500"/>
                  </a:lnTo>
                  <a:close/>
                </a:path>
                <a:path w="3215004" h="6096000">
                  <a:moveTo>
                    <a:pt x="3165843" y="6032500"/>
                  </a:moveTo>
                  <a:lnTo>
                    <a:pt x="3152863" y="6032500"/>
                  </a:lnTo>
                  <a:lnTo>
                    <a:pt x="3158947" y="6019800"/>
                  </a:lnTo>
                  <a:lnTo>
                    <a:pt x="3171774" y="6019800"/>
                  </a:lnTo>
                  <a:lnTo>
                    <a:pt x="3165843" y="6032500"/>
                  </a:lnTo>
                  <a:close/>
                </a:path>
                <a:path w="3215004" h="6096000">
                  <a:moveTo>
                    <a:pt x="74790" y="6045200"/>
                  </a:moveTo>
                  <a:lnTo>
                    <a:pt x="61709" y="6045200"/>
                  </a:lnTo>
                  <a:lnTo>
                    <a:pt x="55168" y="6032500"/>
                  </a:lnTo>
                  <a:lnTo>
                    <a:pt x="68122" y="6032500"/>
                  </a:lnTo>
                  <a:lnTo>
                    <a:pt x="74790" y="6045200"/>
                  </a:lnTo>
                  <a:close/>
                </a:path>
                <a:path w="3215004" h="6096000">
                  <a:moveTo>
                    <a:pt x="3153041" y="6045200"/>
                  </a:moveTo>
                  <a:lnTo>
                    <a:pt x="3140138" y="6045200"/>
                  </a:lnTo>
                  <a:lnTo>
                    <a:pt x="3146805" y="6032500"/>
                  </a:lnTo>
                  <a:lnTo>
                    <a:pt x="3159759" y="6032500"/>
                  </a:lnTo>
                  <a:lnTo>
                    <a:pt x="3153041" y="6045200"/>
                  </a:lnTo>
                  <a:close/>
                </a:path>
                <a:path w="3215004" h="6096000">
                  <a:moveTo>
                    <a:pt x="88582" y="6057900"/>
                  </a:moveTo>
                  <a:lnTo>
                    <a:pt x="75666" y="6057900"/>
                  </a:lnTo>
                  <a:lnTo>
                    <a:pt x="68554" y="6045200"/>
                  </a:lnTo>
                  <a:lnTo>
                    <a:pt x="81381" y="6045200"/>
                  </a:lnTo>
                  <a:lnTo>
                    <a:pt x="88582" y="6057900"/>
                  </a:lnTo>
                  <a:close/>
                </a:path>
                <a:path w="3215004" h="6096000">
                  <a:moveTo>
                    <a:pt x="3139249" y="6057900"/>
                  </a:moveTo>
                  <a:lnTo>
                    <a:pt x="3126346" y="6057900"/>
                  </a:lnTo>
                  <a:lnTo>
                    <a:pt x="3133547" y="6045200"/>
                  </a:lnTo>
                  <a:lnTo>
                    <a:pt x="3146196" y="6045200"/>
                  </a:lnTo>
                  <a:lnTo>
                    <a:pt x="3139249" y="6057900"/>
                  </a:lnTo>
                  <a:close/>
                </a:path>
                <a:path w="3215004" h="6096000">
                  <a:moveTo>
                    <a:pt x="111074" y="6070600"/>
                  </a:moveTo>
                  <a:lnTo>
                    <a:pt x="90906" y="6070600"/>
                  </a:lnTo>
                  <a:lnTo>
                    <a:pt x="83248" y="6057900"/>
                  </a:lnTo>
                  <a:lnTo>
                    <a:pt x="103149" y="6057900"/>
                  </a:lnTo>
                  <a:lnTo>
                    <a:pt x="111074" y="6070600"/>
                  </a:lnTo>
                  <a:close/>
                </a:path>
                <a:path w="3215004" h="6096000">
                  <a:moveTo>
                    <a:pt x="3124212" y="6070600"/>
                  </a:moveTo>
                  <a:lnTo>
                    <a:pt x="3103854" y="6070600"/>
                  </a:lnTo>
                  <a:lnTo>
                    <a:pt x="3111779" y="6057900"/>
                  </a:lnTo>
                  <a:lnTo>
                    <a:pt x="3131858" y="6057900"/>
                  </a:lnTo>
                  <a:lnTo>
                    <a:pt x="3124212" y="6070600"/>
                  </a:lnTo>
                  <a:close/>
                </a:path>
                <a:path w="3215004" h="6096000">
                  <a:moveTo>
                    <a:pt x="152628" y="6083300"/>
                  </a:moveTo>
                  <a:lnTo>
                    <a:pt x="115303" y="6083300"/>
                  </a:lnTo>
                  <a:lnTo>
                    <a:pt x="106946" y="6070600"/>
                  </a:lnTo>
                  <a:lnTo>
                    <a:pt x="143738" y="6070600"/>
                  </a:lnTo>
                  <a:lnTo>
                    <a:pt x="152628" y="6083300"/>
                  </a:lnTo>
                  <a:close/>
                </a:path>
                <a:path w="3215004" h="6096000">
                  <a:moveTo>
                    <a:pt x="3099841" y="6083300"/>
                  </a:moveTo>
                  <a:lnTo>
                    <a:pt x="3062300" y="6083300"/>
                  </a:lnTo>
                  <a:lnTo>
                    <a:pt x="3071190" y="6070600"/>
                  </a:lnTo>
                  <a:lnTo>
                    <a:pt x="3108185" y="6070600"/>
                  </a:lnTo>
                  <a:lnTo>
                    <a:pt x="3099841" y="6083300"/>
                  </a:lnTo>
                  <a:close/>
                </a:path>
                <a:path w="3215004" h="6096000">
                  <a:moveTo>
                    <a:pt x="3055150" y="6096000"/>
                  </a:moveTo>
                  <a:lnTo>
                    <a:pt x="160007" y="6096000"/>
                  </a:lnTo>
                  <a:lnTo>
                    <a:pt x="150723" y="6083300"/>
                  </a:lnTo>
                  <a:lnTo>
                    <a:pt x="3064433" y="6083300"/>
                  </a:lnTo>
                  <a:lnTo>
                    <a:pt x="3055150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724741" y="617397"/>
            <a:ext cx="5822721" cy="394351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1158880" y="575551"/>
            <a:ext cx="19050" cy="2014220"/>
          </a:xfrm>
          <a:custGeom>
            <a:avLst/>
            <a:gdLst/>
            <a:ahLst/>
            <a:cxnLst/>
            <a:rect l="l" t="t" r="r" b="b"/>
            <a:pathLst>
              <a:path w="19050" h="2014220">
                <a:moveTo>
                  <a:pt x="19050" y="2013597"/>
                </a:moveTo>
                <a:lnTo>
                  <a:pt x="0" y="2013597"/>
                </a:lnTo>
                <a:lnTo>
                  <a:pt x="0" y="0"/>
                </a:lnTo>
                <a:lnTo>
                  <a:pt x="19050" y="0"/>
                </a:lnTo>
                <a:lnTo>
                  <a:pt x="19050" y="2013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4741" y="4992052"/>
            <a:ext cx="5822721" cy="394352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25791" y="3322243"/>
            <a:ext cx="260223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500" spc="-14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EXTERNAL</a:t>
            </a:r>
            <a:r>
              <a:rPr sz="150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6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MAINTENANCE </a:t>
            </a:r>
            <a:r>
              <a:rPr sz="1500" spc="-1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50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外围护体系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5791" y="4402378"/>
            <a:ext cx="2890520" cy="46234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锌钢结构框架体系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55" dirty="0">
                <a:latin typeface="宋体" panose="02010600030101010101" pitchFamily="2" charset="-122"/>
                <a:cs typeface="宋体" panose="02010600030101010101" pitchFamily="2" charset="-122"/>
              </a:rPr>
              <a:t>氟碳喷涂铝合金外壳模块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67310" algn="just">
              <a:lnSpc>
                <a:spcPct val="118000"/>
              </a:lnSpc>
            </a:pPr>
            <a:r>
              <a:rPr sz="1500" spc="60" dirty="0">
                <a:latin typeface="宋体" panose="02010600030101010101" pitchFamily="2" charset="-122"/>
                <a:cs typeface="宋体" panose="02010600030101010101" pitchFamily="2" charset="-122"/>
              </a:rPr>
              <a:t>保温防水防潮构造体系中央钢化玻璃门窗中央夹胶钢化玻璃天窗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不锈钢入户门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35" dirty="0">
                <a:latin typeface="宋体" panose="02010600030101010101" pitchFamily="2" charset="-122"/>
                <a:cs typeface="宋体" panose="02010600030101010101" pitchFamily="2" charset="-122"/>
              </a:rPr>
              <a:t>全景阳台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37795">
              <a:lnSpc>
                <a:spcPts val="2130"/>
              </a:lnSpc>
              <a:spcBef>
                <a:spcPts val="120"/>
              </a:spcBef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Galvanized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steel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frame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system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Fluorocarbon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sprayed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aluminum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alloy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shell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module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Insulation,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waterproof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moisture-</a:t>
            </a:r>
            <a:r>
              <a:rPr sz="1500" spc="10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proof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structural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system Central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738505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tempered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doors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windows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7150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Central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laminated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tempered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glass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skylight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Stainless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steel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entrance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door</a:t>
            </a:r>
            <a:r>
              <a:rPr sz="15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Panoramic</a:t>
            </a:r>
            <a:r>
              <a:rPr sz="15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balcony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31233" y="3324148"/>
            <a:ext cx="2477135" cy="5626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1500" spc="-12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EINTERIOR</a:t>
            </a:r>
            <a:r>
              <a:rPr sz="1500" spc="-4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5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DECORATION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45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室内精装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31233" y="4131233"/>
            <a:ext cx="3084195" cy="48945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00" dirty="0">
                <a:latin typeface="宋体" panose="02010600030101010101" pitchFamily="2" charset="-122"/>
                <a:cs typeface="宋体" panose="02010600030101010101" pitchFamily="2" charset="-122"/>
              </a:rPr>
              <a:t>标准色集成天花、 墙面、 模块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18000"/>
              </a:lnSpc>
            </a:pPr>
            <a:r>
              <a:rPr sz="1500" spc="20" dirty="0">
                <a:latin typeface="宋体" panose="02010600030101010101" pitchFamily="2" charset="-122"/>
                <a:cs typeface="宋体" panose="02010600030101010101" pitchFamily="2" charset="-122"/>
              </a:rPr>
              <a:t>环保木地板、 卫生间隐私玻璃门、</a:t>
            </a:r>
            <a:r>
              <a:rPr sz="1500" spc="25" dirty="0">
                <a:latin typeface="宋体" panose="02010600030101010101" pitchFamily="2" charset="-122"/>
                <a:cs typeface="宋体" panose="02010600030101010101" pitchFamily="2" charset="-122"/>
              </a:rPr>
              <a:t>卫生间大理石、瓷砖地面、 定制</a:t>
            </a:r>
            <a:r>
              <a:rPr sz="1500" spc="-5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洗手台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台盘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10" dirty="0">
                <a:latin typeface="宋体" panose="02010600030101010101" pitchFamily="2" charset="-122"/>
                <a:cs typeface="宋体" panose="02010600030101010101" pitchFamily="2" charset="-122"/>
              </a:rPr>
              <a:t>卫浴镜、 马桶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10" dirty="0">
                <a:latin typeface="宋体" panose="02010600030101010101" pitchFamily="2" charset="-122"/>
                <a:cs typeface="宋体" panose="02010600030101010101" pitchFamily="2" charset="-122"/>
              </a:rPr>
              <a:t>龙头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87325">
              <a:lnSpc>
                <a:spcPct val="118000"/>
              </a:lnSpc>
            </a:pP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dirty="0">
                <a:latin typeface="宋体" panose="02010600030101010101" pitchFamily="2" charset="-122"/>
                <a:cs typeface="宋体" panose="02010600030101010101" pitchFamily="2" charset="-122"/>
              </a:rPr>
              <a:t>花洒、 吧台、 全屋照明系统、</a:t>
            </a:r>
            <a:r>
              <a:rPr sz="1500" spc="15" dirty="0">
                <a:latin typeface="宋体" panose="02010600030101010101" pitchFamily="2" charset="-122"/>
                <a:cs typeface="宋体" panose="02010600030101010101" pitchFamily="2" charset="-122"/>
              </a:rPr>
              <a:t>全屋水电系统、 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2P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美的变频冷暖</a:t>
            </a:r>
            <a:r>
              <a:rPr sz="1500" spc="-10" dirty="0">
                <a:latin typeface="宋体" panose="02010600030101010101" pitchFamily="2" charset="-122"/>
                <a:cs typeface="宋体" panose="02010600030101010101" pitchFamily="2" charset="-122"/>
              </a:rPr>
              <a:t>空调、 热水器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320040">
              <a:lnSpc>
                <a:spcPct val="118000"/>
              </a:lnSpc>
            </a:pP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color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ceiling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wall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modules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Environmentally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friendly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wooden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floor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Bathroom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privacy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door</a:t>
            </a:r>
            <a:r>
              <a:rPr sz="1500" spc="-210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Bathroom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marble/ceramic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floor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Customized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sink/table/bathroom</a:t>
            </a:r>
            <a:r>
              <a:rPr sz="15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mirror</a:t>
            </a:r>
            <a:r>
              <a:rPr sz="1500" spc="-50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55" dirty="0">
                <a:latin typeface="Times New Roman" panose="02020603050405020304"/>
                <a:cs typeface="Times New Roman" panose="02020603050405020304"/>
              </a:rPr>
              <a:t>Toilet/faucet/shower</a:t>
            </a:r>
            <a:r>
              <a:rPr sz="1500" spc="-12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Bar</a:t>
            </a:r>
            <a:r>
              <a:rPr sz="1500" spc="-35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Whole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house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lighting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-22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Whole 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house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electricity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2P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Midea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variable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frequency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heating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cooling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air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conditioner</a:t>
            </a:r>
            <a:r>
              <a:rPr sz="1500" spc="-35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-60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heater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36673" y="3297289"/>
            <a:ext cx="218440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500" spc="-8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CUSTOMER</a:t>
            </a:r>
            <a:r>
              <a:rPr sz="1500" spc="-6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7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CONTROL </a:t>
            </a:r>
            <a:r>
              <a:rPr sz="1500" spc="-1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45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客控系统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36673" y="4376153"/>
            <a:ext cx="2534285" cy="2190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13055">
              <a:lnSpc>
                <a:spcPct val="118000"/>
              </a:lnSpc>
              <a:spcBef>
                <a:spcPts val="95"/>
              </a:spcBef>
            </a:pP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插卡取电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取卡断电面板</a:t>
            </a:r>
            <a:r>
              <a:rPr sz="1500" spc="55" dirty="0">
                <a:latin typeface="宋体" panose="02010600030101010101" pitchFamily="2" charset="-122"/>
                <a:cs typeface="宋体" panose="02010600030101010101" pitchFamily="2" charset="-122"/>
              </a:rPr>
              <a:t>多情景模式功能面板照明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照明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窗帘智能集成控制全屋智能语音控制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手机智能门禁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51130">
              <a:lnSpc>
                <a:spcPts val="2130"/>
              </a:lnSpc>
              <a:spcBef>
                <a:spcPts val="125"/>
              </a:spcBef>
            </a:pPr>
            <a:r>
              <a:rPr sz="1500" spc="50" dirty="0">
                <a:latin typeface="Times New Roman" panose="02020603050405020304"/>
                <a:cs typeface="Times New Roman" panose="02020603050405020304"/>
              </a:rPr>
              <a:t>Card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insertion/card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removal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15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off</a:t>
            </a:r>
            <a:r>
              <a:rPr sz="15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panel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500" spc="60" dirty="0">
                <a:latin typeface="Times New Roman" panose="02020603050405020304"/>
                <a:cs typeface="Times New Roman" panose="02020603050405020304"/>
              </a:rPr>
              <a:t>Multi-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scenario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mode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function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36673" y="6540868"/>
            <a:ext cx="2717800" cy="19189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  <a:tabLst>
                <a:tab pos="747395" algn="l"/>
              </a:tabLst>
            </a:pPr>
            <a:r>
              <a:rPr sz="1500" spc="40" dirty="0">
                <a:latin typeface="Times New Roman" panose="02020603050405020304"/>
                <a:cs typeface="Times New Roman" panose="02020603050405020304"/>
              </a:rPr>
              <a:t>panel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lighting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38100">
              <a:lnSpc>
                <a:spcPct val="11800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lighting/curtains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44450">
              <a:lnSpc>
                <a:spcPct val="11800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voice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whole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house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8000"/>
              </a:lnSpc>
            </a:pP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5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15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mobile </a:t>
            </a:r>
            <a:r>
              <a:rPr sz="1500" spc="40" dirty="0">
                <a:latin typeface="Times New Roman" panose="02020603050405020304"/>
                <a:cs typeface="Times New Roman" panose="02020603050405020304"/>
              </a:rPr>
              <a:t>phone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35140" y="1703400"/>
            <a:ext cx="413969" cy="413969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09472" y="507542"/>
            <a:ext cx="69329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0565" algn="l"/>
              </a:tabLst>
            </a:pP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What</a:t>
            </a:r>
            <a:r>
              <a:rPr sz="6000" spc="-229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spc="-43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6000" spc="18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See</a:t>
            </a:r>
            <a:r>
              <a:rPr sz="60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6000" spc="-1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What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9472" y="1269542"/>
            <a:ext cx="25527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8275" algn="l"/>
              </a:tabLst>
            </a:pPr>
            <a:r>
              <a:rPr sz="6000" spc="-43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6000" spc="18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60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Get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23398" y="1685594"/>
            <a:ext cx="265493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精装交付，即装即用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28700"/>
            <a:ext cx="18276570" cy="9258300"/>
            <a:chOff x="0" y="1028700"/>
            <a:chExt cx="18276570" cy="92583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7933407"/>
              <a:ext cx="6538209" cy="23535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120" y="4341456"/>
              <a:ext cx="8754033" cy="52384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10154" y="5902997"/>
              <a:ext cx="9065790" cy="300182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4000" y="1028700"/>
              <a:ext cx="8797493" cy="439487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06600" y="2247900"/>
              <a:ext cx="1373123" cy="118872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73125" y="1018451"/>
            <a:ext cx="8047990" cy="309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91565" algn="l"/>
              </a:tabLst>
            </a:pPr>
            <a:r>
              <a:rPr sz="6000" b="1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E7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Space</a:t>
            </a:r>
            <a:r>
              <a:rPr sz="60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Capsule</a:t>
            </a:r>
            <a:r>
              <a:rPr sz="60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endParaRPr sz="6000">
              <a:latin typeface="Times New Roman" panose="02020603050405020304"/>
              <a:cs typeface="Times New Roman" panose="02020603050405020304"/>
            </a:endParaRPr>
          </a:p>
          <a:p>
            <a:pPr marL="78740">
              <a:lnSpc>
                <a:spcPct val="100000"/>
              </a:lnSpc>
              <a:spcBef>
                <a:spcPts val="4555"/>
              </a:spcBef>
            </a:pP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尺寸（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7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700" b="1" spc="-3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11500mm</a:t>
            </a:r>
            <a:r>
              <a:rPr sz="1700" spc="-19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700" b="1" spc="3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3300mm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700" b="1" spc="7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3200mm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78740" marR="3928110">
              <a:lnSpc>
                <a:spcPct val="170000"/>
              </a:lnSpc>
            </a:pP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占地面积（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Land occupation area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38</a:t>
            </a:r>
            <a:r>
              <a:rPr sz="17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㎡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入住人数（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700" b="1" spc="8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b="1" spc="12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guests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4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2-4</a:t>
            </a:r>
            <a:r>
              <a:rPr sz="17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r>
              <a:rPr sz="1700" spc="5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客舱重量（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1700" b="1" spc="114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weight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7000kg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15" dirty="0"/>
              <a:t>太空舱房屋</a:t>
            </a:r>
            <a:endParaRPr spc="41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9843" y="3130334"/>
            <a:ext cx="3215005" cy="6096000"/>
            <a:chOff x="779843" y="3130334"/>
            <a:chExt cx="3215005" cy="6096000"/>
          </a:xfrm>
        </p:grpSpPr>
        <p:sp>
          <p:nvSpPr>
            <p:cNvPr id="3" name="object 3"/>
            <p:cNvSpPr/>
            <p:nvPr/>
          </p:nvSpPr>
          <p:spPr>
            <a:xfrm>
              <a:off x="784605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45" y="6088799"/>
                  </a:moveTo>
                  <a:lnTo>
                    <a:pt x="183832" y="6088799"/>
                  </a:lnTo>
                  <a:lnTo>
                    <a:pt x="134963" y="6082232"/>
                  </a:lnTo>
                  <a:lnTo>
                    <a:pt x="91050" y="6063699"/>
                  </a:lnTo>
                  <a:lnTo>
                    <a:pt x="53844" y="6034952"/>
                  </a:lnTo>
                  <a:lnTo>
                    <a:pt x="25099" y="5997744"/>
                  </a:lnTo>
                  <a:lnTo>
                    <a:pt x="6566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6" y="134971"/>
                  </a:lnTo>
                  <a:lnTo>
                    <a:pt x="25099" y="91054"/>
                  </a:lnTo>
                  <a:lnTo>
                    <a:pt x="53844" y="53846"/>
                  </a:lnTo>
                  <a:lnTo>
                    <a:pt x="91050" y="25099"/>
                  </a:lnTo>
                  <a:lnTo>
                    <a:pt x="134963" y="6567"/>
                  </a:lnTo>
                  <a:lnTo>
                    <a:pt x="183832" y="0"/>
                  </a:lnTo>
                  <a:lnTo>
                    <a:pt x="3021545" y="0"/>
                  </a:lnTo>
                  <a:lnTo>
                    <a:pt x="3070415" y="6567"/>
                  </a:lnTo>
                  <a:lnTo>
                    <a:pt x="3114331" y="25099"/>
                  </a:lnTo>
                  <a:lnTo>
                    <a:pt x="3151539" y="53846"/>
                  </a:lnTo>
                  <a:lnTo>
                    <a:pt x="3180288" y="91054"/>
                  </a:lnTo>
                  <a:lnTo>
                    <a:pt x="3198823" y="134971"/>
                  </a:lnTo>
                  <a:lnTo>
                    <a:pt x="3205391" y="183845"/>
                  </a:lnTo>
                  <a:lnTo>
                    <a:pt x="3205391" y="5904953"/>
                  </a:lnTo>
                  <a:lnTo>
                    <a:pt x="3198823" y="5953827"/>
                  </a:lnTo>
                  <a:lnTo>
                    <a:pt x="3180288" y="5997744"/>
                  </a:lnTo>
                  <a:lnTo>
                    <a:pt x="3151539" y="6034952"/>
                  </a:lnTo>
                  <a:lnTo>
                    <a:pt x="3114331" y="6063699"/>
                  </a:lnTo>
                  <a:lnTo>
                    <a:pt x="3070415" y="6082232"/>
                  </a:lnTo>
                  <a:lnTo>
                    <a:pt x="3021545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9843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387" y="12700"/>
                  </a:moveTo>
                  <a:lnTo>
                    <a:pt x="115074" y="12700"/>
                  </a:lnTo>
                  <a:lnTo>
                    <a:pt x="123647" y="0"/>
                  </a:lnTo>
                  <a:lnTo>
                    <a:pt x="161442" y="0"/>
                  </a:lnTo>
                  <a:lnTo>
                    <a:pt x="152387" y="12700"/>
                  </a:lnTo>
                  <a:close/>
                </a:path>
                <a:path w="3215004" h="6096000">
                  <a:moveTo>
                    <a:pt x="3099612" y="12700"/>
                  </a:moveTo>
                  <a:lnTo>
                    <a:pt x="3062516" y="12700"/>
                  </a:lnTo>
                  <a:lnTo>
                    <a:pt x="3053460" y="0"/>
                  </a:lnTo>
                  <a:lnTo>
                    <a:pt x="3091040" y="0"/>
                  </a:lnTo>
                  <a:lnTo>
                    <a:pt x="3099612" y="12700"/>
                  </a:lnTo>
                  <a:close/>
                </a:path>
                <a:path w="3215004" h="6096000">
                  <a:moveTo>
                    <a:pt x="110858" y="25400"/>
                  </a:moveTo>
                  <a:lnTo>
                    <a:pt x="90703" y="25400"/>
                  </a:lnTo>
                  <a:lnTo>
                    <a:pt x="98590" y="12700"/>
                  </a:lnTo>
                  <a:lnTo>
                    <a:pt x="118999" y="12700"/>
                  </a:lnTo>
                  <a:lnTo>
                    <a:pt x="110858" y="25400"/>
                  </a:lnTo>
                  <a:close/>
                </a:path>
                <a:path w="3215004" h="6096000">
                  <a:moveTo>
                    <a:pt x="3124009" y="25400"/>
                  </a:moveTo>
                  <a:lnTo>
                    <a:pt x="3104045" y="25400"/>
                  </a:lnTo>
                  <a:lnTo>
                    <a:pt x="3095904" y="12700"/>
                  </a:lnTo>
                  <a:lnTo>
                    <a:pt x="3116110" y="12700"/>
                  </a:lnTo>
                  <a:lnTo>
                    <a:pt x="3124009" y="25400"/>
                  </a:lnTo>
                  <a:close/>
                </a:path>
                <a:path w="3215004" h="6096000">
                  <a:moveTo>
                    <a:pt x="88379" y="38100"/>
                  </a:moveTo>
                  <a:lnTo>
                    <a:pt x="68719" y="38100"/>
                  </a:lnTo>
                  <a:lnTo>
                    <a:pt x="75844" y="25400"/>
                  </a:lnTo>
                  <a:lnTo>
                    <a:pt x="95846" y="25400"/>
                  </a:lnTo>
                  <a:lnTo>
                    <a:pt x="88379" y="38100"/>
                  </a:lnTo>
                  <a:close/>
                </a:path>
                <a:path w="3215004" h="6096000">
                  <a:moveTo>
                    <a:pt x="3146361" y="38100"/>
                  </a:moveTo>
                  <a:lnTo>
                    <a:pt x="3126524" y="38100"/>
                  </a:lnTo>
                  <a:lnTo>
                    <a:pt x="3119069" y="25400"/>
                  </a:lnTo>
                  <a:lnTo>
                    <a:pt x="3139249" y="25400"/>
                  </a:lnTo>
                  <a:lnTo>
                    <a:pt x="3146361" y="38100"/>
                  </a:lnTo>
                  <a:close/>
                </a:path>
                <a:path w="3215004" h="6096000">
                  <a:moveTo>
                    <a:pt x="68110" y="50800"/>
                  </a:moveTo>
                  <a:lnTo>
                    <a:pt x="55156" y="50800"/>
                  </a:lnTo>
                  <a:lnTo>
                    <a:pt x="61874" y="38100"/>
                  </a:lnTo>
                  <a:lnTo>
                    <a:pt x="74777" y="38100"/>
                  </a:lnTo>
                  <a:lnTo>
                    <a:pt x="68110" y="50800"/>
                  </a:lnTo>
                  <a:close/>
                </a:path>
                <a:path w="3215004" h="6096000">
                  <a:moveTo>
                    <a:pt x="3159747" y="50800"/>
                  </a:moveTo>
                  <a:lnTo>
                    <a:pt x="3146793" y="50800"/>
                  </a:lnTo>
                  <a:lnTo>
                    <a:pt x="3140125" y="38100"/>
                  </a:lnTo>
                  <a:lnTo>
                    <a:pt x="3153206" y="38100"/>
                  </a:lnTo>
                  <a:lnTo>
                    <a:pt x="3159747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41" y="63500"/>
                  </a:lnTo>
                  <a:lnTo>
                    <a:pt x="49072" y="50800"/>
                  </a:lnTo>
                  <a:lnTo>
                    <a:pt x="62052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13" y="63500"/>
                  </a:moveTo>
                  <a:lnTo>
                    <a:pt x="3158947" y="63500"/>
                  </a:lnTo>
                  <a:lnTo>
                    <a:pt x="3152851" y="50800"/>
                  </a:lnTo>
                  <a:lnTo>
                    <a:pt x="3165983" y="50800"/>
                  </a:lnTo>
                  <a:lnTo>
                    <a:pt x="3171913" y="63500"/>
                  </a:lnTo>
                  <a:close/>
                </a:path>
                <a:path w="3215004" h="6096000">
                  <a:moveTo>
                    <a:pt x="20345" y="127000"/>
                  </a:moveTo>
                  <a:lnTo>
                    <a:pt x="20421" y="114300"/>
                  </a:lnTo>
                  <a:lnTo>
                    <a:pt x="14770" y="114300"/>
                  </a:lnTo>
                  <a:lnTo>
                    <a:pt x="18542" y="101600"/>
                  </a:lnTo>
                  <a:lnTo>
                    <a:pt x="22707" y="88900"/>
                  </a:lnTo>
                  <a:lnTo>
                    <a:pt x="27368" y="88900"/>
                  </a:lnTo>
                  <a:lnTo>
                    <a:pt x="32143" y="76200"/>
                  </a:lnTo>
                  <a:lnTo>
                    <a:pt x="37541" y="63500"/>
                  </a:lnTo>
                  <a:lnTo>
                    <a:pt x="50482" y="63500"/>
                  </a:lnTo>
                  <a:lnTo>
                    <a:pt x="45021" y="76200"/>
                  </a:lnTo>
                  <a:lnTo>
                    <a:pt x="40170" y="76200"/>
                  </a:lnTo>
                  <a:lnTo>
                    <a:pt x="35496" y="88900"/>
                  </a:lnTo>
                  <a:lnTo>
                    <a:pt x="31191" y="101600"/>
                  </a:lnTo>
                  <a:lnTo>
                    <a:pt x="27228" y="101600"/>
                  </a:lnTo>
                  <a:lnTo>
                    <a:pt x="23634" y="114300"/>
                  </a:lnTo>
                  <a:lnTo>
                    <a:pt x="20345" y="127000"/>
                  </a:lnTo>
                  <a:close/>
                </a:path>
                <a:path w="3215004" h="6096000">
                  <a:moveTo>
                    <a:pt x="3194558" y="127000"/>
                  </a:moveTo>
                  <a:lnTo>
                    <a:pt x="3191357" y="114300"/>
                  </a:lnTo>
                  <a:lnTo>
                    <a:pt x="3187776" y="101600"/>
                  </a:lnTo>
                  <a:lnTo>
                    <a:pt x="3183826" y="101600"/>
                  </a:lnTo>
                  <a:lnTo>
                    <a:pt x="3179521" y="88900"/>
                  </a:lnTo>
                  <a:lnTo>
                    <a:pt x="3174872" y="76200"/>
                  </a:lnTo>
                  <a:lnTo>
                    <a:pt x="3169881" y="76200"/>
                  </a:lnTo>
                  <a:lnTo>
                    <a:pt x="3164420" y="63500"/>
                  </a:lnTo>
                  <a:lnTo>
                    <a:pt x="3177374" y="63500"/>
                  </a:lnTo>
                  <a:lnTo>
                    <a:pt x="3182759" y="76200"/>
                  </a:lnTo>
                  <a:lnTo>
                    <a:pt x="3187534" y="88900"/>
                  </a:lnTo>
                  <a:lnTo>
                    <a:pt x="3192081" y="88900"/>
                  </a:lnTo>
                  <a:lnTo>
                    <a:pt x="3196259" y="101600"/>
                  </a:lnTo>
                  <a:lnTo>
                    <a:pt x="3200044" y="114300"/>
                  </a:lnTo>
                  <a:lnTo>
                    <a:pt x="3194481" y="114300"/>
                  </a:lnTo>
                  <a:lnTo>
                    <a:pt x="3194558" y="127000"/>
                  </a:lnTo>
                  <a:close/>
                </a:path>
                <a:path w="3215004" h="6096000">
                  <a:moveTo>
                    <a:pt x="13131" y="152400"/>
                  </a:moveTo>
                  <a:lnTo>
                    <a:pt x="13182" y="139700"/>
                  </a:lnTo>
                  <a:lnTo>
                    <a:pt x="5905" y="139700"/>
                  </a:lnTo>
                  <a:lnTo>
                    <a:pt x="8509" y="127000"/>
                  </a:lnTo>
                  <a:lnTo>
                    <a:pt x="11404" y="114300"/>
                  </a:lnTo>
                  <a:lnTo>
                    <a:pt x="20421" y="114300"/>
                  </a:lnTo>
                  <a:lnTo>
                    <a:pt x="17602" y="127000"/>
                  </a:lnTo>
                  <a:lnTo>
                    <a:pt x="15189" y="139700"/>
                  </a:lnTo>
                  <a:lnTo>
                    <a:pt x="13131" y="152400"/>
                  </a:lnTo>
                  <a:close/>
                </a:path>
                <a:path w="3215004" h="6096000">
                  <a:moveTo>
                    <a:pt x="3201771" y="152400"/>
                  </a:moveTo>
                  <a:lnTo>
                    <a:pt x="3199777" y="139700"/>
                  </a:lnTo>
                  <a:lnTo>
                    <a:pt x="3197364" y="127000"/>
                  </a:lnTo>
                  <a:lnTo>
                    <a:pt x="3194481" y="114300"/>
                  </a:lnTo>
                  <a:lnTo>
                    <a:pt x="3203422" y="114300"/>
                  </a:lnTo>
                  <a:lnTo>
                    <a:pt x="3206394" y="127000"/>
                  </a:lnTo>
                  <a:lnTo>
                    <a:pt x="3208934" y="139700"/>
                  </a:lnTo>
                  <a:lnTo>
                    <a:pt x="3201720" y="139700"/>
                  </a:lnTo>
                  <a:lnTo>
                    <a:pt x="3201771" y="152400"/>
                  </a:lnTo>
                  <a:close/>
                </a:path>
                <a:path w="3215004" h="6096000">
                  <a:moveTo>
                    <a:pt x="9753" y="177800"/>
                  </a:moveTo>
                  <a:lnTo>
                    <a:pt x="241" y="177800"/>
                  </a:lnTo>
                  <a:lnTo>
                    <a:pt x="952" y="165100"/>
                  </a:lnTo>
                  <a:lnTo>
                    <a:pt x="2146" y="152400"/>
                  </a:lnTo>
                  <a:lnTo>
                    <a:pt x="3848" y="139700"/>
                  </a:lnTo>
                  <a:lnTo>
                    <a:pt x="13182" y="139700"/>
                  </a:lnTo>
                  <a:lnTo>
                    <a:pt x="11595" y="152400"/>
                  </a:lnTo>
                  <a:lnTo>
                    <a:pt x="10452" y="165100"/>
                  </a:lnTo>
                  <a:lnTo>
                    <a:pt x="9753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62" y="177800"/>
                  </a:lnTo>
                  <a:lnTo>
                    <a:pt x="3204476" y="165100"/>
                  </a:lnTo>
                  <a:lnTo>
                    <a:pt x="3203346" y="152400"/>
                  </a:lnTo>
                  <a:lnTo>
                    <a:pt x="3201720" y="139700"/>
                  </a:lnTo>
                  <a:lnTo>
                    <a:pt x="3211055" y="139700"/>
                  </a:lnTo>
                  <a:lnTo>
                    <a:pt x="3212719" y="152400"/>
                  </a:lnTo>
                  <a:lnTo>
                    <a:pt x="3213925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40" y="5918200"/>
                  </a:moveTo>
                  <a:lnTo>
                    <a:pt x="253" y="5918200"/>
                  </a:lnTo>
                  <a:lnTo>
                    <a:pt x="0" y="5905500"/>
                  </a:lnTo>
                  <a:lnTo>
                    <a:pt x="0" y="177800"/>
                  </a:lnTo>
                  <a:lnTo>
                    <a:pt x="9512" y="177800"/>
                  </a:lnTo>
                  <a:lnTo>
                    <a:pt x="9512" y="5905500"/>
                  </a:lnTo>
                  <a:lnTo>
                    <a:pt x="9740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49" y="5918200"/>
                  </a:lnTo>
                  <a:lnTo>
                    <a:pt x="3205391" y="5905500"/>
                  </a:lnTo>
                  <a:lnTo>
                    <a:pt x="3205391" y="177800"/>
                  </a:lnTo>
                  <a:lnTo>
                    <a:pt x="3214903" y="177800"/>
                  </a:lnTo>
                  <a:lnTo>
                    <a:pt x="3214916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170" y="6007100"/>
                  </a:moveTo>
                  <a:lnTo>
                    <a:pt x="27241" y="6007100"/>
                  </a:lnTo>
                  <a:lnTo>
                    <a:pt x="22821" y="5994400"/>
                  </a:lnTo>
                  <a:lnTo>
                    <a:pt x="18643" y="5981700"/>
                  </a:lnTo>
                  <a:lnTo>
                    <a:pt x="14859" y="5981700"/>
                  </a:lnTo>
                  <a:lnTo>
                    <a:pt x="11480" y="5969000"/>
                  </a:lnTo>
                  <a:lnTo>
                    <a:pt x="8509" y="5956300"/>
                  </a:lnTo>
                  <a:lnTo>
                    <a:pt x="5968" y="5956300"/>
                  </a:lnTo>
                  <a:lnTo>
                    <a:pt x="3848" y="5943600"/>
                  </a:lnTo>
                  <a:lnTo>
                    <a:pt x="2184" y="5930900"/>
                  </a:lnTo>
                  <a:lnTo>
                    <a:pt x="977" y="5918200"/>
                  </a:lnTo>
                  <a:lnTo>
                    <a:pt x="10426" y="5918200"/>
                  </a:lnTo>
                  <a:lnTo>
                    <a:pt x="11569" y="5930900"/>
                  </a:lnTo>
                  <a:lnTo>
                    <a:pt x="13131" y="5943600"/>
                  </a:lnTo>
                  <a:lnTo>
                    <a:pt x="15125" y="5943600"/>
                  </a:lnTo>
                  <a:lnTo>
                    <a:pt x="17538" y="5956300"/>
                  </a:lnTo>
                  <a:lnTo>
                    <a:pt x="20345" y="5969000"/>
                  </a:lnTo>
                  <a:lnTo>
                    <a:pt x="23545" y="5969000"/>
                  </a:lnTo>
                  <a:lnTo>
                    <a:pt x="27127" y="5981700"/>
                  </a:lnTo>
                  <a:lnTo>
                    <a:pt x="31076" y="5994400"/>
                  </a:lnTo>
                  <a:lnTo>
                    <a:pt x="35382" y="5994400"/>
                  </a:lnTo>
                  <a:lnTo>
                    <a:pt x="40170" y="6007100"/>
                  </a:lnTo>
                  <a:close/>
                </a:path>
                <a:path w="3215004" h="6096000">
                  <a:moveTo>
                    <a:pt x="3187661" y="6007100"/>
                  </a:moveTo>
                  <a:lnTo>
                    <a:pt x="3174746" y="6007100"/>
                  </a:lnTo>
                  <a:lnTo>
                    <a:pt x="3179406" y="5994400"/>
                  </a:lnTo>
                  <a:lnTo>
                    <a:pt x="3183724" y="5994400"/>
                  </a:lnTo>
                  <a:lnTo>
                    <a:pt x="3187674" y="5981700"/>
                  </a:lnTo>
                  <a:lnTo>
                    <a:pt x="3191268" y="5969000"/>
                  </a:lnTo>
                  <a:lnTo>
                    <a:pt x="3194481" y="5969000"/>
                  </a:lnTo>
                  <a:lnTo>
                    <a:pt x="3197301" y="5956300"/>
                  </a:lnTo>
                  <a:lnTo>
                    <a:pt x="3199714" y="5943600"/>
                  </a:lnTo>
                  <a:lnTo>
                    <a:pt x="3201720" y="5943600"/>
                  </a:lnTo>
                  <a:lnTo>
                    <a:pt x="3203308" y="5930900"/>
                  </a:lnTo>
                  <a:lnTo>
                    <a:pt x="3204451" y="5918200"/>
                  </a:lnTo>
                  <a:lnTo>
                    <a:pt x="3213950" y="5918200"/>
                  </a:lnTo>
                  <a:lnTo>
                    <a:pt x="3212757" y="5930900"/>
                  </a:lnTo>
                  <a:lnTo>
                    <a:pt x="3211106" y="5943600"/>
                  </a:lnTo>
                  <a:lnTo>
                    <a:pt x="3208997" y="5956300"/>
                  </a:lnTo>
                  <a:lnTo>
                    <a:pt x="3206394" y="5956300"/>
                  </a:lnTo>
                  <a:lnTo>
                    <a:pt x="3203498" y="5969000"/>
                  </a:lnTo>
                  <a:lnTo>
                    <a:pt x="3200133" y="5981700"/>
                  </a:lnTo>
                  <a:lnTo>
                    <a:pt x="3196361" y="5981700"/>
                  </a:lnTo>
                  <a:lnTo>
                    <a:pt x="3192195" y="5994400"/>
                  </a:lnTo>
                  <a:lnTo>
                    <a:pt x="3187661" y="6007100"/>
                  </a:lnTo>
                  <a:close/>
                </a:path>
                <a:path w="3215004" h="6096000">
                  <a:moveTo>
                    <a:pt x="50482" y="6019800"/>
                  </a:moveTo>
                  <a:lnTo>
                    <a:pt x="37401" y="6019800"/>
                  </a:lnTo>
                  <a:lnTo>
                    <a:pt x="32270" y="6007100"/>
                  </a:lnTo>
                  <a:lnTo>
                    <a:pt x="45021" y="6007100"/>
                  </a:lnTo>
                  <a:lnTo>
                    <a:pt x="50482" y="6019800"/>
                  </a:lnTo>
                  <a:close/>
                </a:path>
                <a:path w="3215004" h="6096000">
                  <a:moveTo>
                    <a:pt x="3177374" y="6019800"/>
                  </a:moveTo>
                  <a:lnTo>
                    <a:pt x="3164420" y="6019800"/>
                  </a:lnTo>
                  <a:lnTo>
                    <a:pt x="3169881" y="6007100"/>
                  </a:lnTo>
                  <a:lnTo>
                    <a:pt x="3182632" y="6007100"/>
                  </a:lnTo>
                  <a:lnTo>
                    <a:pt x="3177374" y="6019800"/>
                  </a:lnTo>
                  <a:close/>
                </a:path>
                <a:path w="3215004" h="6096000">
                  <a:moveTo>
                    <a:pt x="62052" y="6032500"/>
                  </a:moveTo>
                  <a:lnTo>
                    <a:pt x="48920" y="6032500"/>
                  </a:lnTo>
                  <a:lnTo>
                    <a:pt x="42989" y="6019800"/>
                  </a:lnTo>
                  <a:lnTo>
                    <a:pt x="55968" y="6019800"/>
                  </a:lnTo>
                  <a:lnTo>
                    <a:pt x="62052" y="6032500"/>
                  </a:lnTo>
                  <a:close/>
                </a:path>
                <a:path w="3215004" h="6096000">
                  <a:moveTo>
                    <a:pt x="3165830" y="6032500"/>
                  </a:moveTo>
                  <a:lnTo>
                    <a:pt x="3152851" y="6032500"/>
                  </a:lnTo>
                  <a:lnTo>
                    <a:pt x="3158947" y="6019800"/>
                  </a:lnTo>
                  <a:lnTo>
                    <a:pt x="3171761" y="6019800"/>
                  </a:lnTo>
                  <a:lnTo>
                    <a:pt x="3165830" y="6032500"/>
                  </a:lnTo>
                  <a:close/>
                </a:path>
                <a:path w="3215004" h="6096000">
                  <a:moveTo>
                    <a:pt x="74777" y="6045200"/>
                  </a:moveTo>
                  <a:lnTo>
                    <a:pt x="61696" y="6045200"/>
                  </a:lnTo>
                  <a:lnTo>
                    <a:pt x="55156" y="6032500"/>
                  </a:lnTo>
                  <a:lnTo>
                    <a:pt x="68110" y="6032500"/>
                  </a:lnTo>
                  <a:lnTo>
                    <a:pt x="74777" y="6045200"/>
                  </a:lnTo>
                  <a:close/>
                </a:path>
                <a:path w="3215004" h="6096000">
                  <a:moveTo>
                    <a:pt x="3153029" y="6045200"/>
                  </a:moveTo>
                  <a:lnTo>
                    <a:pt x="3140125" y="6045200"/>
                  </a:lnTo>
                  <a:lnTo>
                    <a:pt x="3146793" y="6032500"/>
                  </a:lnTo>
                  <a:lnTo>
                    <a:pt x="3159747" y="6032500"/>
                  </a:lnTo>
                  <a:lnTo>
                    <a:pt x="3153029" y="6045200"/>
                  </a:lnTo>
                  <a:close/>
                </a:path>
                <a:path w="3215004" h="6096000">
                  <a:moveTo>
                    <a:pt x="88569" y="6057900"/>
                  </a:moveTo>
                  <a:lnTo>
                    <a:pt x="75844" y="6057900"/>
                  </a:lnTo>
                  <a:lnTo>
                    <a:pt x="68541" y="6045200"/>
                  </a:lnTo>
                  <a:lnTo>
                    <a:pt x="81368" y="6045200"/>
                  </a:lnTo>
                  <a:lnTo>
                    <a:pt x="88569" y="6057900"/>
                  </a:lnTo>
                  <a:close/>
                </a:path>
                <a:path w="3215004" h="6096000">
                  <a:moveTo>
                    <a:pt x="3139249" y="6057900"/>
                  </a:moveTo>
                  <a:lnTo>
                    <a:pt x="3126333" y="6057900"/>
                  </a:lnTo>
                  <a:lnTo>
                    <a:pt x="3133534" y="6045200"/>
                  </a:lnTo>
                  <a:lnTo>
                    <a:pt x="3146183" y="6045200"/>
                  </a:lnTo>
                  <a:lnTo>
                    <a:pt x="3139249" y="6057900"/>
                  </a:lnTo>
                  <a:close/>
                </a:path>
                <a:path w="3215004" h="6096000">
                  <a:moveTo>
                    <a:pt x="111074" y="6070600"/>
                  </a:moveTo>
                  <a:lnTo>
                    <a:pt x="90893" y="6070600"/>
                  </a:lnTo>
                  <a:lnTo>
                    <a:pt x="83235" y="6057900"/>
                  </a:lnTo>
                  <a:lnTo>
                    <a:pt x="103136" y="6057900"/>
                  </a:lnTo>
                  <a:lnTo>
                    <a:pt x="111074" y="6070600"/>
                  </a:lnTo>
                  <a:close/>
                </a:path>
                <a:path w="3215004" h="6096000">
                  <a:moveTo>
                    <a:pt x="3124199" y="6070600"/>
                  </a:moveTo>
                  <a:lnTo>
                    <a:pt x="3103841" y="6070600"/>
                  </a:lnTo>
                  <a:lnTo>
                    <a:pt x="3111766" y="6057900"/>
                  </a:lnTo>
                  <a:lnTo>
                    <a:pt x="3131858" y="6057900"/>
                  </a:lnTo>
                  <a:lnTo>
                    <a:pt x="3124199" y="6070600"/>
                  </a:lnTo>
                  <a:close/>
                </a:path>
                <a:path w="3215004" h="6096000">
                  <a:moveTo>
                    <a:pt x="152615" y="6083300"/>
                  </a:moveTo>
                  <a:lnTo>
                    <a:pt x="115290" y="6083300"/>
                  </a:lnTo>
                  <a:lnTo>
                    <a:pt x="106934" y="6070600"/>
                  </a:lnTo>
                  <a:lnTo>
                    <a:pt x="143725" y="6070600"/>
                  </a:lnTo>
                  <a:lnTo>
                    <a:pt x="152615" y="6083300"/>
                  </a:lnTo>
                  <a:close/>
                </a:path>
                <a:path w="3215004" h="6096000">
                  <a:moveTo>
                    <a:pt x="3099828" y="6083300"/>
                  </a:moveTo>
                  <a:lnTo>
                    <a:pt x="3062287" y="6083300"/>
                  </a:lnTo>
                  <a:lnTo>
                    <a:pt x="3071177" y="6070600"/>
                  </a:lnTo>
                  <a:lnTo>
                    <a:pt x="3108185" y="6070600"/>
                  </a:lnTo>
                  <a:lnTo>
                    <a:pt x="3099828" y="6083300"/>
                  </a:lnTo>
                  <a:close/>
                </a:path>
                <a:path w="3215004" h="6096000">
                  <a:moveTo>
                    <a:pt x="3055137" y="6096000"/>
                  </a:moveTo>
                  <a:lnTo>
                    <a:pt x="160007" y="6096000"/>
                  </a:lnTo>
                  <a:lnTo>
                    <a:pt x="150710" y="6083300"/>
                  </a:lnTo>
                  <a:lnTo>
                    <a:pt x="3064421" y="6083300"/>
                  </a:lnTo>
                  <a:lnTo>
                    <a:pt x="3055137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4385284" y="3130334"/>
            <a:ext cx="3215005" cy="6096000"/>
            <a:chOff x="4385284" y="3130334"/>
            <a:chExt cx="3215005" cy="6096000"/>
          </a:xfrm>
        </p:grpSpPr>
        <p:sp>
          <p:nvSpPr>
            <p:cNvPr id="6" name="object 6"/>
            <p:cNvSpPr/>
            <p:nvPr/>
          </p:nvSpPr>
          <p:spPr>
            <a:xfrm>
              <a:off x="4390047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45" y="6088799"/>
                  </a:moveTo>
                  <a:lnTo>
                    <a:pt x="183832" y="6088799"/>
                  </a:lnTo>
                  <a:lnTo>
                    <a:pt x="134963" y="6082232"/>
                  </a:lnTo>
                  <a:lnTo>
                    <a:pt x="91050" y="6063699"/>
                  </a:lnTo>
                  <a:lnTo>
                    <a:pt x="53844" y="6034952"/>
                  </a:lnTo>
                  <a:lnTo>
                    <a:pt x="25099" y="5997744"/>
                  </a:lnTo>
                  <a:lnTo>
                    <a:pt x="6566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6" y="134971"/>
                  </a:lnTo>
                  <a:lnTo>
                    <a:pt x="25099" y="91054"/>
                  </a:lnTo>
                  <a:lnTo>
                    <a:pt x="53844" y="53846"/>
                  </a:lnTo>
                  <a:lnTo>
                    <a:pt x="91050" y="25099"/>
                  </a:lnTo>
                  <a:lnTo>
                    <a:pt x="134963" y="6567"/>
                  </a:lnTo>
                  <a:lnTo>
                    <a:pt x="183832" y="0"/>
                  </a:lnTo>
                  <a:lnTo>
                    <a:pt x="3021545" y="0"/>
                  </a:lnTo>
                  <a:lnTo>
                    <a:pt x="3070414" y="6567"/>
                  </a:lnTo>
                  <a:lnTo>
                    <a:pt x="3114327" y="25099"/>
                  </a:lnTo>
                  <a:lnTo>
                    <a:pt x="3151533" y="53846"/>
                  </a:lnTo>
                  <a:lnTo>
                    <a:pt x="3180278" y="91054"/>
                  </a:lnTo>
                  <a:lnTo>
                    <a:pt x="3198811" y="134971"/>
                  </a:lnTo>
                  <a:lnTo>
                    <a:pt x="3205378" y="183845"/>
                  </a:lnTo>
                  <a:lnTo>
                    <a:pt x="3205378" y="5904953"/>
                  </a:lnTo>
                  <a:lnTo>
                    <a:pt x="3198811" y="5953827"/>
                  </a:lnTo>
                  <a:lnTo>
                    <a:pt x="3180278" y="5997744"/>
                  </a:lnTo>
                  <a:lnTo>
                    <a:pt x="3151533" y="6034952"/>
                  </a:lnTo>
                  <a:lnTo>
                    <a:pt x="3114327" y="6063699"/>
                  </a:lnTo>
                  <a:lnTo>
                    <a:pt x="3070414" y="6082232"/>
                  </a:lnTo>
                  <a:lnTo>
                    <a:pt x="3021545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85284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387" y="12700"/>
                  </a:moveTo>
                  <a:lnTo>
                    <a:pt x="115074" y="12700"/>
                  </a:lnTo>
                  <a:lnTo>
                    <a:pt x="123647" y="0"/>
                  </a:lnTo>
                  <a:lnTo>
                    <a:pt x="161442" y="0"/>
                  </a:lnTo>
                  <a:lnTo>
                    <a:pt x="152387" y="12700"/>
                  </a:lnTo>
                  <a:close/>
                </a:path>
                <a:path w="3215004" h="6096000">
                  <a:moveTo>
                    <a:pt x="3099612" y="12700"/>
                  </a:moveTo>
                  <a:lnTo>
                    <a:pt x="3062516" y="12700"/>
                  </a:lnTo>
                  <a:lnTo>
                    <a:pt x="3053460" y="0"/>
                  </a:lnTo>
                  <a:lnTo>
                    <a:pt x="3091040" y="0"/>
                  </a:lnTo>
                  <a:lnTo>
                    <a:pt x="3099612" y="12700"/>
                  </a:lnTo>
                  <a:close/>
                </a:path>
                <a:path w="3215004" h="6096000">
                  <a:moveTo>
                    <a:pt x="110858" y="25400"/>
                  </a:moveTo>
                  <a:lnTo>
                    <a:pt x="90703" y="25400"/>
                  </a:lnTo>
                  <a:lnTo>
                    <a:pt x="98590" y="12700"/>
                  </a:lnTo>
                  <a:lnTo>
                    <a:pt x="118999" y="12700"/>
                  </a:lnTo>
                  <a:lnTo>
                    <a:pt x="110858" y="25400"/>
                  </a:lnTo>
                  <a:close/>
                </a:path>
                <a:path w="3215004" h="6096000">
                  <a:moveTo>
                    <a:pt x="3124009" y="25400"/>
                  </a:moveTo>
                  <a:lnTo>
                    <a:pt x="3104045" y="25400"/>
                  </a:lnTo>
                  <a:lnTo>
                    <a:pt x="3095904" y="12700"/>
                  </a:lnTo>
                  <a:lnTo>
                    <a:pt x="3116110" y="12700"/>
                  </a:lnTo>
                  <a:lnTo>
                    <a:pt x="3124009" y="25400"/>
                  </a:lnTo>
                  <a:close/>
                </a:path>
                <a:path w="3215004" h="6096000">
                  <a:moveTo>
                    <a:pt x="88379" y="38100"/>
                  </a:moveTo>
                  <a:lnTo>
                    <a:pt x="68719" y="38100"/>
                  </a:lnTo>
                  <a:lnTo>
                    <a:pt x="75844" y="25400"/>
                  </a:lnTo>
                  <a:lnTo>
                    <a:pt x="95846" y="25400"/>
                  </a:lnTo>
                  <a:lnTo>
                    <a:pt x="88379" y="38100"/>
                  </a:lnTo>
                  <a:close/>
                </a:path>
                <a:path w="3215004" h="6096000">
                  <a:moveTo>
                    <a:pt x="3146361" y="38100"/>
                  </a:moveTo>
                  <a:lnTo>
                    <a:pt x="3126524" y="38100"/>
                  </a:lnTo>
                  <a:lnTo>
                    <a:pt x="3119056" y="25400"/>
                  </a:lnTo>
                  <a:lnTo>
                    <a:pt x="3139236" y="25400"/>
                  </a:lnTo>
                  <a:lnTo>
                    <a:pt x="3146361" y="38100"/>
                  </a:lnTo>
                  <a:close/>
                </a:path>
                <a:path w="3215004" h="6096000">
                  <a:moveTo>
                    <a:pt x="68110" y="50800"/>
                  </a:moveTo>
                  <a:lnTo>
                    <a:pt x="55156" y="50800"/>
                  </a:lnTo>
                  <a:lnTo>
                    <a:pt x="61874" y="38100"/>
                  </a:lnTo>
                  <a:lnTo>
                    <a:pt x="74777" y="38100"/>
                  </a:lnTo>
                  <a:lnTo>
                    <a:pt x="68110" y="50800"/>
                  </a:lnTo>
                  <a:close/>
                </a:path>
                <a:path w="3215004" h="6096000">
                  <a:moveTo>
                    <a:pt x="3159747" y="50800"/>
                  </a:moveTo>
                  <a:lnTo>
                    <a:pt x="3146793" y="50800"/>
                  </a:lnTo>
                  <a:lnTo>
                    <a:pt x="3140125" y="38100"/>
                  </a:lnTo>
                  <a:lnTo>
                    <a:pt x="3153206" y="38100"/>
                  </a:lnTo>
                  <a:lnTo>
                    <a:pt x="3159747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41" y="63500"/>
                  </a:lnTo>
                  <a:lnTo>
                    <a:pt x="49072" y="50800"/>
                  </a:lnTo>
                  <a:lnTo>
                    <a:pt x="62052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13" y="63500"/>
                  </a:moveTo>
                  <a:lnTo>
                    <a:pt x="3158947" y="63500"/>
                  </a:lnTo>
                  <a:lnTo>
                    <a:pt x="3152851" y="50800"/>
                  </a:lnTo>
                  <a:lnTo>
                    <a:pt x="3165982" y="50800"/>
                  </a:lnTo>
                  <a:lnTo>
                    <a:pt x="3171913" y="63500"/>
                  </a:lnTo>
                  <a:close/>
                </a:path>
                <a:path w="3215004" h="6096000">
                  <a:moveTo>
                    <a:pt x="20345" y="127000"/>
                  </a:moveTo>
                  <a:lnTo>
                    <a:pt x="20421" y="114300"/>
                  </a:lnTo>
                  <a:lnTo>
                    <a:pt x="14770" y="114300"/>
                  </a:lnTo>
                  <a:lnTo>
                    <a:pt x="18541" y="101600"/>
                  </a:lnTo>
                  <a:lnTo>
                    <a:pt x="22707" y="88900"/>
                  </a:lnTo>
                  <a:lnTo>
                    <a:pt x="27241" y="88900"/>
                  </a:lnTo>
                  <a:lnTo>
                    <a:pt x="32143" y="76200"/>
                  </a:lnTo>
                  <a:lnTo>
                    <a:pt x="37541" y="63500"/>
                  </a:lnTo>
                  <a:lnTo>
                    <a:pt x="50482" y="63500"/>
                  </a:lnTo>
                  <a:lnTo>
                    <a:pt x="45021" y="76200"/>
                  </a:lnTo>
                  <a:lnTo>
                    <a:pt x="40170" y="76200"/>
                  </a:lnTo>
                  <a:lnTo>
                    <a:pt x="35496" y="88900"/>
                  </a:lnTo>
                  <a:lnTo>
                    <a:pt x="31191" y="101600"/>
                  </a:lnTo>
                  <a:lnTo>
                    <a:pt x="27228" y="101600"/>
                  </a:lnTo>
                  <a:lnTo>
                    <a:pt x="23634" y="114300"/>
                  </a:lnTo>
                  <a:lnTo>
                    <a:pt x="20345" y="127000"/>
                  </a:lnTo>
                  <a:close/>
                </a:path>
                <a:path w="3215004" h="6096000">
                  <a:moveTo>
                    <a:pt x="3194557" y="127000"/>
                  </a:moveTo>
                  <a:lnTo>
                    <a:pt x="3191357" y="114300"/>
                  </a:lnTo>
                  <a:lnTo>
                    <a:pt x="3187776" y="101600"/>
                  </a:lnTo>
                  <a:lnTo>
                    <a:pt x="3183826" y="101600"/>
                  </a:lnTo>
                  <a:lnTo>
                    <a:pt x="3179521" y="88900"/>
                  </a:lnTo>
                  <a:lnTo>
                    <a:pt x="3174873" y="76200"/>
                  </a:lnTo>
                  <a:lnTo>
                    <a:pt x="3169881" y="76200"/>
                  </a:lnTo>
                  <a:lnTo>
                    <a:pt x="3164420" y="63500"/>
                  </a:lnTo>
                  <a:lnTo>
                    <a:pt x="3177501" y="63500"/>
                  </a:lnTo>
                  <a:lnTo>
                    <a:pt x="3182632" y="76200"/>
                  </a:lnTo>
                  <a:lnTo>
                    <a:pt x="3187534" y="88900"/>
                  </a:lnTo>
                  <a:lnTo>
                    <a:pt x="3192081" y="88900"/>
                  </a:lnTo>
                  <a:lnTo>
                    <a:pt x="3196259" y="101600"/>
                  </a:lnTo>
                  <a:lnTo>
                    <a:pt x="3200044" y="114300"/>
                  </a:lnTo>
                  <a:lnTo>
                    <a:pt x="3194481" y="114300"/>
                  </a:lnTo>
                  <a:lnTo>
                    <a:pt x="3194557" y="127000"/>
                  </a:lnTo>
                  <a:close/>
                </a:path>
                <a:path w="3215004" h="6096000">
                  <a:moveTo>
                    <a:pt x="13131" y="152400"/>
                  </a:moveTo>
                  <a:lnTo>
                    <a:pt x="13182" y="139700"/>
                  </a:lnTo>
                  <a:lnTo>
                    <a:pt x="5905" y="139700"/>
                  </a:lnTo>
                  <a:lnTo>
                    <a:pt x="8509" y="127000"/>
                  </a:lnTo>
                  <a:lnTo>
                    <a:pt x="11404" y="114300"/>
                  </a:lnTo>
                  <a:lnTo>
                    <a:pt x="20421" y="114300"/>
                  </a:lnTo>
                  <a:lnTo>
                    <a:pt x="17602" y="127000"/>
                  </a:lnTo>
                  <a:lnTo>
                    <a:pt x="15189" y="139700"/>
                  </a:lnTo>
                  <a:lnTo>
                    <a:pt x="13131" y="152400"/>
                  </a:lnTo>
                  <a:close/>
                </a:path>
                <a:path w="3215004" h="6096000">
                  <a:moveTo>
                    <a:pt x="3201771" y="152400"/>
                  </a:moveTo>
                  <a:lnTo>
                    <a:pt x="3199777" y="139700"/>
                  </a:lnTo>
                  <a:lnTo>
                    <a:pt x="3197364" y="127000"/>
                  </a:lnTo>
                  <a:lnTo>
                    <a:pt x="3194481" y="114300"/>
                  </a:lnTo>
                  <a:lnTo>
                    <a:pt x="3203422" y="114300"/>
                  </a:lnTo>
                  <a:lnTo>
                    <a:pt x="3206394" y="127000"/>
                  </a:lnTo>
                  <a:lnTo>
                    <a:pt x="3208934" y="139700"/>
                  </a:lnTo>
                  <a:lnTo>
                    <a:pt x="3201720" y="139700"/>
                  </a:lnTo>
                  <a:lnTo>
                    <a:pt x="3201771" y="152400"/>
                  </a:lnTo>
                  <a:close/>
                </a:path>
                <a:path w="3215004" h="6096000">
                  <a:moveTo>
                    <a:pt x="9753" y="177800"/>
                  </a:moveTo>
                  <a:lnTo>
                    <a:pt x="241" y="177800"/>
                  </a:lnTo>
                  <a:lnTo>
                    <a:pt x="952" y="165100"/>
                  </a:lnTo>
                  <a:lnTo>
                    <a:pt x="2146" y="152400"/>
                  </a:lnTo>
                  <a:lnTo>
                    <a:pt x="3848" y="139700"/>
                  </a:lnTo>
                  <a:lnTo>
                    <a:pt x="13182" y="139700"/>
                  </a:lnTo>
                  <a:lnTo>
                    <a:pt x="11595" y="152400"/>
                  </a:lnTo>
                  <a:lnTo>
                    <a:pt x="10452" y="165100"/>
                  </a:lnTo>
                  <a:lnTo>
                    <a:pt x="9753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62" y="177800"/>
                  </a:lnTo>
                  <a:lnTo>
                    <a:pt x="3204476" y="165100"/>
                  </a:lnTo>
                  <a:lnTo>
                    <a:pt x="3203346" y="152400"/>
                  </a:lnTo>
                  <a:lnTo>
                    <a:pt x="3201720" y="139700"/>
                  </a:lnTo>
                  <a:lnTo>
                    <a:pt x="3211055" y="139700"/>
                  </a:lnTo>
                  <a:lnTo>
                    <a:pt x="3212719" y="152400"/>
                  </a:lnTo>
                  <a:lnTo>
                    <a:pt x="3213925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40" y="5918200"/>
                  </a:moveTo>
                  <a:lnTo>
                    <a:pt x="253" y="5918200"/>
                  </a:lnTo>
                  <a:lnTo>
                    <a:pt x="0" y="5905500"/>
                  </a:lnTo>
                  <a:lnTo>
                    <a:pt x="0" y="177800"/>
                  </a:lnTo>
                  <a:lnTo>
                    <a:pt x="9512" y="177800"/>
                  </a:lnTo>
                  <a:lnTo>
                    <a:pt x="9512" y="5905500"/>
                  </a:lnTo>
                  <a:lnTo>
                    <a:pt x="9740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49" y="5918200"/>
                  </a:lnTo>
                  <a:lnTo>
                    <a:pt x="3205378" y="5905500"/>
                  </a:lnTo>
                  <a:lnTo>
                    <a:pt x="3205378" y="177800"/>
                  </a:lnTo>
                  <a:lnTo>
                    <a:pt x="3214903" y="177800"/>
                  </a:lnTo>
                  <a:lnTo>
                    <a:pt x="3214903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170" y="6007100"/>
                  </a:moveTo>
                  <a:lnTo>
                    <a:pt x="27241" y="6007100"/>
                  </a:lnTo>
                  <a:lnTo>
                    <a:pt x="22821" y="5994400"/>
                  </a:lnTo>
                  <a:lnTo>
                    <a:pt x="18643" y="5981700"/>
                  </a:lnTo>
                  <a:lnTo>
                    <a:pt x="14859" y="5981700"/>
                  </a:lnTo>
                  <a:lnTo>
                    <a:pt x="11480" y="5969000"/>
                  </a:lnTo>
                  <a:lnTo>
                    <a:pt x="8509" y="5956300"/>
                  </a:lnTo>
                  <a:lnTo>
                    <a:pt x="5968" y="5956300"/>
                  </a:lnTo>
                  <a:lnTo>
                    <a:pt x="3848" y="5943600"/>
                  </a:lnTo>
                  <a:lnTo>
                    <a:pt x="2184" y="5930900"/>
                  </a:lnTo>
                  <a:lnTo>
                    <a:pt x="977" y="5918200"/>
                  </a:lnTo>
                  <a:lnTo>
                    <a:pt x="10426" y="5918200"/>
                  </a:lnTo>
                  <a:lnTo>
                    <a:pt x="11569" y="5930900"/>
                  </a:lnTo>
                  <a:lnTo>
                    <a:pt x="13131" y="5943600"/>
                  </a:lnTo>
                  <a:lnTo>
                    <a:pt x="15125" y="5943600"/>
                  </a:lnTo>
                  <a:lnTo>
                    <a:pt x="17538" y="5956300"/>
                  </a:lnTo>
                  <a:lnTo>
                    <a:pt x="20345" y="5969000"/>
                  </a:lnTo>
                  <a:lnTo>
                    <a:pt x="23545" y="5969000"/>
                  </a:lnTo>
                  <a:lnTo>
                    <a:pt x="27127" y="5981700"/>
                  </a:lnTo>
                  <a:lnTo>
                    <a:pt x="31076" y="5994400"/>
                  </a:lnTo>
                  <a:lnTo>
                    <a:pt x="35382" y="5994400"/>
                  </a:lnTo>
                  <a:lnTo>
                    <a:pt x="40170" y="6007100"/>
                  </a:lnTo>
                  <a:close/>
                </a:path>
                <a:path w="3215004" h="6096000">
                  <a:moveTo>
                    <a:pt x="3187661" y="6007100"/>
                  </a:moveTo>
                  <a:lnTo>
                    <a:pt x="3174746" y="6007100"/>
                  </a:lnTo>
                  <a:lnTo>
                    <a:pt x="3179406" y="5994400"/>
                  </a:lnTo>
                  <a:lnTo>
                    <a:pt x="3183724" y="5994400"/>
                  </a:lnTo>
                  <a:lnTo>
                    <a:pt x="3187674" y="5981700"/>
                  </a:lnTo>
                  <a:lnTo>
                    <a:pt x="3191268" y="5969000"/>
                  </a:lnTo>
                  <a:lnTo>
                    <a:pt x="3194481" y="5969000"/>
                  </a:lnTo>
                  <a:lnTo>
                    <a:pt x="3197301" y="5956300"/>
                  </a:lnTo>
                  <a:lnTo>
                    <a:pt x="3199714" y="5943600"/>
                  </a:lnTo>
                  <a:lnTo>
                    <a:pt x="3201720" y="5943600"/>
                  </a:lnTo>
                  <a:lnTo>
                    <a:pt x="3203308" y="5930900"/>
                  </a:lnTo>
                  <a:lnTo>
                    <a:pt x="3204451" y="5918200"/>
                  </a:lnTo>
                  <a:lnTo>
                    <a:pt x="3213950" y="5918200"/>
                  </a:lnTo>
                  <a:lnTo>
                    <a:pt x="3212757" y="5930900"/>
                  </a:lnTo>
                  <a:lnTo>
                    <a:pt x="3211106" y="5943600"/>
                  </a:lnTo>
                  <a:lnTo>
                    <a:pt x="3208997" y="5956300"/>
                  </a:lnTo>
                  <a:lnTo>
                    <a:pt x="3206394" y="5956300"/>
                  </a:lnTo>
                  <a:lnTo>
                    <a:pt x="3203498" y="5969000"/>
                  </a:lnTo>
                  <a:lnTo>
                    <a:pt x="3200133" y="5981700"/>
                  </a:lnTo>
                  <a:lnTo>
                    <a:pt x="3196361" y="5981700"/>
                  </a:lnTo>
                  <a:lnTo>
                    <a:pt x="3192195" y="5994400"/>
                  </a:lnTo>
                  <a:lnTo>
                    <a:pt x="3187661" y="6007100"/>
                  </a:lnTo>
                  <a:close/>
                </a:path>
                <a:path w="3215004" h="6096000">
                  <a:moveTo>
                    <a:pt x="50482" y="6019800"/>
                  </a:moveTo>
                  <a:lnTo>
                    <a:pt x="37401" y="6019800"/>
                  </a:lnTo>
                  <a:lnTo>
                    <a:pt x="32270" y="6007100"/>
                  </a:lnTo>
                  <a:lnTo>
                    <a:pt x="45021" y="6007100"/>
                  </a:lnTo>
                  <a:lnTo>
                    <a:pt x="50482" y="6019800"/>
                  </a:lnTo>
                  <a:close/>
                </a:path>
                <a:path w="3215004" h="6096000">
                  <a:moveTo>
                    <a:pt x="3177362" y="6019800"/>
                  </a:moveTo>
                  <a:lnTo>
                    <a:pt x="3164420" y="6019800"/>
                  </a:lnTo>
                  <a:lnTo>
                    <a:pt x="3169881" y="6007100"/>
                  </a:lnTo>
                  <a:lnTo>
                    <a:pt x="3182759" y="6007100"/>
                  </a:lnTo>
                  <a:lnTo>
                    <a:pt x="3177362" y="6019800"/>
                  </a:lnTo>
                  <a:close/>
                </a:path>
                <a:path w="3215004" h="6096000">
                  <a:moveTo>
                    <a:pt x="62052" y="6032500"/>
                  </a:moveTo>
                  <a:lnTo>
                    <a:pt x="48920" y="6032500"/>
                  </a:lnTo>
                  <a:lnTo>
                    <a:pt x="42989" y="6019800"/>
                  </a:lnTo>
                  <a:lnTo>
                    <a:pt x="55968" y="6019800"/>
                  </a:lnTo>
                  <a:lnTo>
                    <a:pt x="62052" y="6032500"/>
                  </a:lnTo>
                  <a:close/>
                </a:path>
                <a:path w="3215004" h="6096000">
                  <a:moveTo>
                    <a:pt x="3165830" y="6032500"/>
                  </a:moveTo>
                  <a:lnTo>
                    <a:pt x="3152851" y="6032500"/>
                  </a:lnTo>
                  <a:lnTo>
                    <a:pt x="3158947" y="6019800"/>
                  </a:lnTo>
                  <a:lnTo>
                    <a:pt x="3171761" y="6019800"/>
                  </a:lnTo>
                  <a:lnTo>
                    <a:pt x="3165830" y="6032500"/>
                  </a:lnTo>
                  <a:close/>
                </a:path>
                <a:path w="3215004" h="6096000">
                  <a:moveTo>
                    <a:pt x="74777" y="6045200"/>
                  </a:moveTo>
                  <a:lnTo>
                    <a:pt x="61696" y="6045200"/>
                  </a:lnTo>
                  <a:lnTo>
                    <a:pt x="55156" y="6032500"/>
                  </a:lnTo>
                  <a:lnTo>
                    <a:pt x="68110" y="6032500"/>
                  </a:lnTo>
                  <a:lnTo>
                    <a:pt x="74777" y="6045200"/>
                  </a:lnTo>
                  <a:close/>
                </a:path>
                <a:path w="3215004" h="6096000">
                  <a:moveTo>
                    <a:pt x="3153029" y="6045200"/>
                  </a:moveTo>
                  <a:lnTo>
                    <a:pt x="3140125" y="6045200"/>
                  </a:lnTo>
                  <a:lnTo>
                    <a:pt x="3146793" y="6032500"/>
                  </a:lnTo>
                  <a:lnTo>
                    <a:pt x="3159747" y="6032500"/>
                  </a:lnTo>
                  <a:lnTo>
                    <a:pt x="3153029" y="6045200"/>
                  </a:lnTo>
                  <a:close/>
                </a:path>
                <a:path w="3215004" h="6096000">
                  <a:moveTo>
                    <a:pt x="88569" y="6057900"/>
                  </a:moveTo>
                  <a:lnTo>
                    <a:pt x="75844" y="6057900"/>
                  </a:lnTo>
                  <a:lnTo>
                    <a:pt x="68541" y="6045200"/>
                  </a:lnTo>
                  <a:lnTo>
                    <a:pt x="81368" y="6045200"/>
                  </a:lnTo>
                  <a:lnTo>
                    <a:pt x="88569" y="6057900"/>
                  </a:lnTo>
                  <a:close/>
                </a:path>
                <a:path w="3215004" h="6096000">
                  <a:moveTo>
                    <a:pt x="3139236" y="6057900"/>
                  </a:moveTo>
                  <a:lnTo>
                    <a:pt x="3126333" y="6057900"/>
                  </a:lnTo>
                  <a:lnTo>
                    <a:pt x="3133534" y="6045200"/>
                  </a:lnTo>
                  <a:lnTo>
                    <a:pt x="3146183" y="6045200"/>
                  </a:lnTo>
                  <a:lnTo>
                    <a:pt x="3139236" y="6057900"/>
                  </a:lnTo>
                  <a:close/>
                </a:path>
                <a:path w="3215004" h="6096000">
                  <a:moveTo>
                    <a:pt x="111061" y="6070600"/>
                  </a:moveTo>
                  <a:lnTo>
                    <a:pt x="90893" y="6070600"/>
                  </a:lnTo>
                  <a:lnTo>
                    <a:pt x="83235" y="6057900"/>
                  </a:lnTo>
                  <a:lnTo>
                    <a:pt x="103136" y="6057900"/>
                  </a:lnTo>
                  <a:lnTo>
                    <a:pt x="111061" y="6070600"/>
                  </a:lnTo>
                  <a:close/>
                </a:path>
                <a:path w="3215004" h="6096000">
                  <a:moveTo>
                    <a:pt x="3124200" y="6070600"/>
                  </a:moveTo>
                  <a:lnTo>
                    <a:pt x="3103841" y="6070600"/>
                  </a:lnTo>
                  <a:lnTo>
                    <a:pt x="3111766" y="6057900"/>
                  </a:lnTo>
                  <a:lnTo>
                    <a:pt x="3131858" y="6057900"/>
                  </a:lnTo>
                  <a:lnTo>
                    <a:pt x="3124200" y="6070600"/>
                  </a:lnTo>
                  <a:close/>
                </a:path>
                <a:path w="3215004" h="6096000">
                  <a:moveTo>
                    <a:pt x="152615" y="6083300"/>
                  </a:moveTo>
                  <a:lnTo>
                    <a:pt x="115290" y="6083300"/>
                  </a:lnTo>
                  <a:lnTo>
                    <a:pt x="106934" y="6070600"/>
                  </a:lnTo>
                  <a:lnTo>
                    <a:pt x="143725" y="6070600"/>
                  </a:lnTo>
                  <a:lnTo>
                    <a:pt x="152615" y="6083300"/>
                  </a:lnTo>
                  <a:close/>
                </a:path>
                <a:path w="3215004" h="6096000">
                  <a:moveTo>
                    <a:pt x="3099828" y="6083300"/>
                  </a:moveTo>
                  <a:lnTo>
                    <a:pt x="3062287" y="6083300"/>
                  </a:lnTo>
                  <a:lnTo>
                    <a:pt x="3071177" y="6070600"/>
                  </a:lnTo>
                  <a:lnTo>
                    <a:pt x="3108172" y="6070600"/>
                  </a:lnTo>
                  <a:lnTo>
                    <a:pt x="3099828" y="6083300"/>
                  </a:lnTo>
                  <a:close/>
                </a:path>
                <a:path w="3215004" h="6096000">
                  <a:moveTo>
                    <a:pt x="3055137" y="6096000"/>
                  </a:moveTo>
                  <a:lnTo>
                    <a:pt x="160007" y="6096000"/>
                  </a:lnTo>
                  <a:lnTo>
                    <a:pt x="150710" y="6083300"/>
                  </a:lnTo>
                  <a:lnTo>
                    <a:pt x="3064421" y="6083300"/>
                  </a:lnTo>
                  <a:lnTo>
                    <a:pt x="3055137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7990713" y="3130334"/>
            <a:ext cx="3215005" cy="6096000"/>
            <a:chOff x="7990713" y="3130334"/>
            <a:chExt cx="3215005" cy="6096000"/>
          </a:xfrm>
        </p:grpSpPr>
        <p:sp>
          <p:nvSpPr>
            <p:cNvPr id="9" name="object 9"/>
            <p:cNvSpPr/>
            <p:nvPr/>
          </p:nvSpPr>
          <p:spPr>
            <a:xfrm>
              <a:off x="7995475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58" y="6088799"/>
                  </a:moveTo>
                  <a:lnTo>
                    <a:pt x="183845" y="6088799"/>
                  </a:lnTo>
                  <a:lnTo>
                    <a:pt x="134975" y="6082232"/>
                  </a:lnTo>
                  <a:lnTo>
                    <a:pt x="91059" y="6063699"/>
                  </a:lnTo>
                  <a:lnTo>
                    <a:pt x="53851" y="6034952"/>
                  </a:lnTo>
                  <a:lnTo>
                    <a:pt x="25102" y="5997744"/>
                  </a:lnTo>
                  <a:lnTo>
                    <a:pt x="6567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7" y="134971"/>
                  </a:lnTo>
                  <a:lnTo>
                    <a:pt x="25102" y="91054"/>
                  </a:lnTo>
                  <a:lnTo>
                    <a:pt x="53851" y="53846"/>
                  </a:lnTo>
                  <a:lnTo>
                    <a:pt x="91059" y="25099"/>
                  </a:lnTo>
                  <a:lnTo>
                    <a:pt x="134975" y="6567"/>
                  </a:lnTo>
                  <a:lnTo>
                    <a:pt x="183845" y="0"/>
                  </a:lnTo>
                  <a:lnTo>
                    <a:pt x="3021558" y="0"/>
                  </a:lnTo>
                  <a:lnTo>
                    <a:pt x="3070427" y="6567"/>
                  </a:lnTo>
                  <a:lnTo>
                    <a:pt x="3114340" y="25099"/>
                  </a:lnTo>
                  <a:lnTo>
                    <a:pt x="3151546" y="53846"/>
                  </a:lnTo>
                  <a:lnTo>
                    <a:pt x="3180291" y="91054"/>
                  </a:lnTo>
                  <a:lnTo>
                    <a:pt x="3198824" y="134971"/>
                  </a:lnTo>
                  <a:lnTo>
                    <a:pt x="3205391" y="183845"/>
                  </a:lnTo>
                  <a:lnTo>
                    <a:pt x="3205391" y="5904953"/>
                  </a:lnTo>
                  <a:lnTo>
                    <a:pt x="3198824" y="5953827"/>
                  </a:lnTo>
                  <a:lnTo>
                    <a:pt x="3180291" y="5997744"/>
                  </a:lnTo>
                  <a:lnTo>
                    <a:pt x="3151546" y="6034952"/>
                  </a:lnTo>
                  <a:lnTo>
                    <a:pt x="3114340" y="6063699"/>
                  </a:lnTo>
                  <a:lnTo>
                    <a:pt x="3070427" y="6082232"/>
                  </a:lnTo>
                  <a:lnTo>
                    <a:pt x="3021558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990713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400" y="12700"/>
                  </a:moveTo>
                  <a:lnTo>
                    <a:pt x="115087" y="12700"/>
                  </a:lnTo>
                  <a:lnTo>
                    <a:pt x="123647" y="0"/>
                  </a:lnTo>
                  <a:lnTo>
                    <a:pt x="161455" y="0"/>
                  </a:lnTo>
                  <a:lnTo>
                    <a:pt x="152400" y="12700"/>
                  </a:lnTo>
                  <a:close/>
                </a:path>
                <a:path w="3215004" h="6096000">
                  <a:moveTo>
                    <a:pt x="3099625" y="12700"/>
                  </a:moveTo>
                  <a:lnTo>
                    <a:pt x="3062528" y="12700"/>
                  </a:lnTo>
                  <a:lnTo>
                    <a:pt x="3053473" y="0"/>
                  </a:lnTo>
                  <a:lnTo>
                    <a:pt x="3091053" y="0"/>
                  </a:lnTo>
                  <a:lnTo>
                    <a:pt x="3099625" y="12700"/>
                  </a:lnTo>
                  <a:close/>
                </a:path>
                <a:path w="3215004" h="6096000">
                  <a:moveTo>
                    <a:pt x="110870" y="25400"/>
                  </a:moveTo>
                  <a:lnTo>
                    <a:pt x="90716" y="25400"/>
                  </a:lnTo>
                  <a:lnTo>
                    <a:pt x="98602" y="12700"/>
                  </a:lnTo>
                  <a:lnTo>
                    <a:pt x="119011" y="12700"/>
                  </a:lnTo>
                  <a:lnTo>
                    <a:pt x="110870" y="25400"/>
                  </a:lnTo>
                  <a:close/>
                </a:path>
                <a:path w="3215004" h="6096000">
                  <a:moveTo>
                    <a:pt x="3124022" y="25400"/>
                  </a:moveTo>
                  <a:lnTo>
                    <a:pt x="3104057" y="25400"/>
                  </a:lnTo>
                  <a:lnTo>
                    <a:pt x="3095917" y="12700"/>
                  </a:lnTo>
                  <a:lnTo>
                    <a:pt x="3116122" y="12700"/>
                  </a:lnTo>
                  <a:lnTo>
                    <a:pt x="3124022" y="25400"/>
                  </a:lnTo>
                  <a:close/>
                </a:path>
                <a:path w="3215004" h="6096000">
                  <a:moveTo>
                    <a:pt x="88391" y="38100"/>
                  </a:moveTo>
                  <a:lnTo>
                    <a:pt x="68732" y="38100"/>
                  </a:lnTo>
                  <a:lnTo>
                    <a:pt x="75857" y="25400"/>
                  </a:lnTo>
                  <a:lnTo>
                    <a:pt x="95846" y="25400"/>
                  </a:lnTo>
                  <a:lnTo>
                    <a:pt x="88391" y="38100"/>
                  </a:lnTo>
                  <a:close/>
                </a:path>
                <a:path w="3215004" h="6096000">
                  <a:moveTo>
                    <a:pt x="3146374" y="38100"/>
                  </a:moveTo>
                  <a:lnTo>
                    <a:pt x="3126536" y="38100"/>
                  </a:lnTo>
                  <a:lnTo>
                    <a:pt x="3119069" y="25400"/>
                  </a:lnTo>
                  <a:lnTo>
                    <a:pt x="3139249" y="25400"/>
                  </a:lnTo>
                  <a:lnTo>
                    <a:pt x="3146374" y="38100"/>
                  </a:lnTo>
                  <a:close/>
                </a:path>
                <a:path w="3215004" h="6096000">
                  <a:moveTo>
                    <a:pt x="68122" y="50800"/>
                  </a:moveTo>
                  <a:lnTo>
                    <a:pt x="55168" y="50800"/>
                  </a:lnTo>
                  <a:lnTo>
                    <a:pt x="61887" y="38100"/>
                  </a:lnTo>
                  <a:lnTo>
                    <a:pt x="74790" y="38100"/>
                  </a:lnTo>
                  <a:lnTo>
                    <a:pt x="68122" y="50800"/>
                  </a:lnTo>
                  <a:close/>
                </a:path>
                <a:path w="3215004" h="6096000">
                  <a:moveTo>
                    <a:pt x="3159759" y="50800"/>
                  </a:moveTo>
                  <a:lnTo>
                    <a:pt x="3146805" y="50800"/>
                  </a:lnTo>
                  <a:lnTo>
                    <a:pt x="3140138" y="38100"/>
                  </a:lnTo>
                  <a:lnTo>
                    <a:pt x="3153219" y="38100"/>
                  </a:lnTo>
                  <a:lnTo>
                    <a:pt x="3159759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54" y="63500"/>
                  </a:lnTo>
                  <a:lnTo>
                    <a:pt x="49085" y="50800"/>
                  </a:lnTo>
                  <a:lnTo>
                    <a:pt x="62064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26" y="63500"/>
                  </a:moveTo>
                  <a:lnTo>
                    <a:pt x="3158947" y="63500"/>
                  </a:lnTo>
                  <a:lnTo>
                    <a:pt x="3152863" y="50800"/>
                  </a:lnTo>
                  <a:lnTo>
                    <a:pt x="3165995" y="50800"/>
                  </a:lnTo>
                  <a:lnTo>
                    <a:pt x="3171926" y="63500"/>
                  </a:lnTo>
                  <a:close/>
                </a:path>
                <a:path w="3215004" h="6096000">
                  <a:moveTo>
                    <a:pt x="20358" y="127000"/>
                  </a:moveTo>
                  <a:lnTo>
                    <a:pt x="20434" y="114300"/>
                  </a:lnTo>
                  <a:lnTo>
                    <a:pt x="14782" y="114300"/>
                  </a:lnTo>
                  <a:lnTo>
                    <a:pt x="18554" y="101600"/>
                  </a:lnTo>
                  <a:lnTo>
                    <a:pt x="22720" y="88900"/>
                  </a:lnTo>
                  <a:lnTo>
                    <a:pt x="27254" y="88900"/>
                  </a:lnTo>
                  <a:lnTo>
                    <a:pt x="32156" y="76200"/>
                  </a:lnTo>
                  <a:lnTo>
                    <a:pt x="37414" y="63500"/>
                  </a:lnTo>
                  <a:lnTo>
                    <a:pt x="50495" y="63500"/>
                  </a:lnTo>
                  <a:lnTo>
                    <a:pt x="45034" y="76200"/>
                  </a:lnTo>
                  <a:lnTo>
                    <a:pt x="40170" y="76200"/>
                  </a:lnTo>
                  <a:lnTo>
                    <a:pt x="35509" y="88900"/>
                  </a:lnTo>
                  <a:lnTo>
                    <a:pt x="31191" y="101600"/>
                  </a:lnTo>
                  <a:lnTo>
                    <a:pt x="27241" y="101600"/>
                  </a:lnTo>
                  <a:lnTo>
                    <a:pt x="23647" y="114300"/>
                  </a:lnTo>
                  <a:lnTo>
                    <a:pt x="20358" y="127000"/>
                  </a:lnTo>
                  <a:close/>
                </a:path>
                <a:path w="3215004" h="6096000">
                  <a:moveTo>
                    <a:pt x="3194570" y="127000"/>
                  </a:moveTo>
                  <a:lnTo>
                    <a:pt x="3191370" y="114300"/>
                  </a:lnTo>
                  <a:lnTo>
                    <a:pt x="3187788" y="101600"/>
                  </a:lnTo>
                  <a:lnTo>
                    <a:pt x="3183839" y="101600"/>
                  </a:lnTo>
                  <a:lnTo>
                    <a:pt x="3179533" y="88900"/>
                  </a:lnTo>
                  <a:lnTo>
                    <a:pt x="3174745" y="76200"/>
                  </a:lnTo>
                  <a:lnTo>
                    <a:pt x="3169894" y="76200"/>
                  </a:lnTo>
                  <a:lnTo>
                    <a:pt x="3164433" y="63500"/>
                  </a:lnTo>
                  <a:lnTo>
                    <a:pt x="3177514" y="63500"/>
                  </a:lnTo>
                  <a:lnTo>
                    <a:pt x="3182645" y="76200"/>
                  </a:lnTo>
                  <a:lnTo>
                    <a:pt x="3187547" y="88900"/>
                  </a:lnTo>
                  <a:lnTo>
                    <a:pt x="3192094" y="88900"/>
                  </a:lnTo>
                  <a:lnTo>
                    <a:pt x="3196272" y="101600"/>
                  </a:lnTo>
                  <a:lnTo>
                    <a:pt x="3200145" y="114300"/>
                  </a:lnTo>
                  <a:lnTo>
                    <a:pt x="3194494" y="114300"/>
                  </a:lnTo>
                  <a:lnTo>
                    <a:pt x="3194570" y="127000"/>
                  </a:lnTo>
                  <a:close/>
                </a:path>
                <a:path w="3215004" h="6096000">
                  <a:moveTo>
                    <a:pt x="13144" y="152400"/>
                  </a:moveTo>
                  <a:lnTo>
                    <a:pt x="13195" y="139700"/>
                  </a:lnTo>
                  <a:lnTo>
                    <a:pt x="5918" y="139700"/>
                  </a:lnTo>
                  <a:lnTo>
                    <a:pt x="8521" y="127000"/>
                  </a:lnTo>
                  <a:lnTo>
                    <a:pt x="11417" y="114300"/>
                  </a:lnTo>
                  <a:lnTo>
                    <a:pt x="20434" y="114300"/>
                  </a:lnTo>
                  <a:lnTo>
                    <a:pt x="17614" y="127000"/>
                  </a:lnTo>
                  <a:lnTo>
                    <a:pt x="15201" y="139700"/>
                  </a:lnTo>
                  <a:lnTo>
                    <a:pt x="13144" y="152400"/>
                  </a:lnTo>
                  <a:close/>
                </a:path>
                <a:path w="3215004" h="6096000">
                  <a:moveTo>
                    <a:pt x="3201784" y="152400"/>
                  </a:moveTo>
                  <a:lnTo>
                    <a:pt x="3199790" y="139700"/>
                  </a:lnTo>
                  <a:lnTo>
                    <a:pt x="3197377" y="127000"/>
                  </a:lnTo>
                  <a:lnTo>
                    <a:pt x="3194494" y="114300"/>
                  </a:lnTo>
                  <a:lnTo>
                    <a:pt x="3203435" y="114300"/>
                  </a:lnTo>
                  <a:lnTo>
                    <a:pt x="3206407" y="127000"/>
                  </a:lnTo>
                  <a:lnTo>
                    <a:pt x="3208947" y="139700"/>
                  </a:lnTo>
                  <a:lnTo>
                    <a:pt x="3201733" y="139700"/>
                  </a:lnTo>
                  <a:lnTo>
                    <a:pt x="3201784" y="152400"/>
                  </a:lnTo>
                  <a:close/>
                </a:path>
                <a:path w="3215004" h="6096000">
                  <a:moveTo>
                    <a:pt x="9766" y="177800"/>
                  </a:moveTo>
                  <a:lnTo>
                    <a:pt x="241" y="177800"/>
                  </a:lnTo>
                  <a:lnTo>
                    <a:pt x="965" y="165100"/>
                  </a:lnTo>
                  <a:lnTo>
                    <a:pt x="2158" y="152400"/>
                  </a:lnTo>
                  <a:lnTo>
                    <a:pt x="3809" y="139700"/>
                  </a:lnTo>
                  <a:lnTo>
                    <a:pt x="13195" y="139700"/>
                  </a:lnTo>
                  <a:lnTo>
                    <a:pt x="11607" y="152400"/>
                  </a:lnTo>
                  <a:lnTo>
                    <a:pt x="10464" y="165100"/>
                  </a:lnTo>
                  <a:lnTo>
                    <a:pt x="9766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75" y="177800"/>
                  </a:lnTo>
                  <a:lnTo>
                    <a:pt x="3204489" y="165100"/>
                  </a:lnTo>
                  <a:lnTo>
                    <a:pt x="3203346" y="152400"/>
                  </a:lnTo>
                  <a:lnTo>
                    <a:pt x="3201733" y="139700"/>
                  </a:lnTo>
                  <a:lnTo>
                    <a:pt x="3211067" y="139700"/>
                  </a:lnTo>
                  <a:lnTo>
                    <a:pt x="3212731" y="152400"/>
                  </a:lnTo>
                  <a:lnTo>
                    <a:pt x="3213938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53" y="5918200"/>
                  </a:moveTo>
                  <a:lnTo>
                    <a:pt x="253" y="5918200"/>
                  </a:lnTo>
                  <a:lnTo>
                    <a:pt x="12" y="5905500"/>
                  </a:lnTo>
                  <a:lnTo>
                    <a:pt x="0" y="177800"/>
                  </a:lnTo>
                  <a:lnTo>
                    <a:pt x="9525" y="177800"/>
                  </a:lnTo>
                  <a:lnTo>
                    <a:pt x="9525" y="5905500"/>
                  </a:lnTo>
                  <a:lnTo>
                    <a:pt x="9753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62" y="5918200"/>
                  </a:lnTo>
                  <a:lnTo>
                    <a:pt x="3205391" y="5905500"/>
                  </a:lnTo>
                  <a:lnTo>
                    <a:pt x="3205391" y="177800"/>
                  </a:lnTo>
                  <a:lnTo>
                    <a:pt x="3214916" y="177800"/>
                  </a:lnTo>
                  <a:lnTo>
                    <a:pt x="3214916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043" y="6007100"/>
                  </a:moveTo>
                  <a:lnTo>
                    <a:pt x="27254" y="6007100"/>
                  </a:lnTo>
                  <a:lnTo>
                    <a:pt x="22834" y="5994400"/>
                  </a:lnTo>
                  <a:lnTo>
                    <a:pt x="18656" y="5981700"/>
                  </a:lnTo>
                  <a:lnTo>
                    <a:pt x="14871" y="5981700"/>
                  </a:lnTo>
                  <a:lnTo>
                    <a:pt x="11493" y="5969000"/>
                  </a:lnTo>
                  <a:lnTo>
                    <a:pt x="8521" y="5956300"/>
                  </a:lnTo>
                  <a:lnTo>
                    <a:pt x="5981" y="5956300"/>
                  </a:lnTo>
                  <a:lnTo>
                    <a:pt x="3860" y="5943600"/>
                  </a:lnTo>
                  <a:lnTo>
                    <a:pt x="2197" y="5930900"/>
                  </a:lnTo>
                  <a:lnTo>
                    <a:pt x="990" y="5918200"/>
                  </a:lnTo>
                  <a:lnTo>
                    <a:pt x="10439" y="5918200"/>
                  </a:lnTo>
                  <a:lnTo>
                    <a:pt x="11569" y="5930900"/>
                  </a:lnTo>
                  <a:lnTo>
                    <a:pt x="13144" y="5943600"/>
                  </a:lnTo>
                  <a:lnTo>
                    <a:pt x="15138" y="5943600"/>
                  </a:lnTo>
                  <a:lnTo>
                    <a:pt x="17551" y="5956300"/>
                  </a:lnTo>
                  <a:lnTo>
                    <a:pt x="20358" y="5969000"/>
                  </a:lnTo>
                  <a:lnTo>
                    <a:pt x="23558" y="5969000"/>
                  </a:lnTo>
                  <a:lnTo>
                    <a:pt x="27139" y="5981700"/>
                  </a:lnTo>
                  <a:lnTo>
                    <a:pt x="31089" y="5994400"/>
                  </a:lnTo>
                  <a:lnTo>
                    <a:pt x="35394" y="5994400"/>
                  </a:lnTo>
                  <a:lnTo>
                    <a:pt x="40043" y="6007100"/>
                  </a:lnTo>
                  <a:close/>
                </a:path>
                <a:path w="3215004" h="6096000">
                  <a:moveTo>
                    <a:pt x="3187674" y="6007100"/>
                  </a:moveTo>
                  <a:lnTo>
                    <a:pt x="3174745" y="6007100"/>
                  </a:lnTo>
                  <a:lnTo>
                    <a:pt x="3179419" y="5994400"/>
                  </a:lnTo>
                  <a:lnTo>
                    <a:pt x="3183724" y="5994400"/>
                  </a:lnTo>
                  <a:lnTo>
                    <a:pt x="3187687" y="5981700"/>
                  </a:lnTo>
                  <a:lnTo>
                    <a:pt x="3191281" y="5969000"/>
                  </a:lnTo>
                  <a:lnTo>
                    <a:pt x="3194494" y="5969000"/>
                  </a:lnTo>
                  <a:lnTo>
                    <a:pt x="3197313" y="5956300"/>
                  </a:lnTo>
                  <a:lnTo>
                    <a:pt x="3199726" y="5943600"/>
                  </a:lnTo>
                  <a:lnTo>
                    <a:pt x="3201733" y="5943600"/>
                  </a:lnTo>
                  <a:lnTo>
                    <a:pt x="3203320" y="5930900"/>
                  </a:lnTo>
                  <a:lnTo>
                    <a:pt x="3204463" y="5918200"/>
                  </a:lnTo>
                  <a:lnTo>
                    <a:pt x="3213963" y="5918200"/>
                  </a:lnTo>
                  <a:lnTo>
                    <a:pt x="3212769" y="5930900"/>
                  </a:lnTo>
                  <a:lnTo>
                    <a:pt x="3211067" y="5943600"/>
                  </a:lnTo>
                  <a:lnTo>
                    <a:pt x="3209010" y="5956300"/>
                  </a:lnTo>
                  <a:lnTo>
                    <a:pt x="3206407" y="5956300"/>
                  </a:lnTo>
                  <a:lnTo>
                    <a:pt x="3203511" y="5969000"/>
                  </a:lnTo>
                  <a:lnTo>
                    <a:pt x="3200145" y="5981700"/>
                  </a:lnTo>
                  <a:lnTo>
                    <a:pt x="3196374" y="5981700"/>
                  </a:lnTo>
                  <a:lnTo>
                    <a:pt x="3192208" y="5994400"/>
                  </a:lnTo>
                  <a:lnTo>
                    <a:pt x="3187674" y="6007100"/>
                  </a:lnTo>
                  <a:close/>
                </a:path>
                <a:path w="3215004" h="6096000">
                  <a:moveTo>
                    <a:pt x="50495" y="6019800"/>
                  </a:moveTo>
                  <a:lnTo>
                    <a:pt x="37541" y="6019800"/>
                  </a:lnTo>
                  <a:lnTo>
                    <a:pt x="32283" y="6007100"/>
                  </a:lnTo>
                  <a:lnTo>
                    <a:pt x="45034" y="6007100"/>
                  </a:lnTo>
                  <a:lnTo>
                    <a:pt x="50495" y="6019800"/>
                  </a:lnTo>
                  <a:close/>
                </a:path>
                <a:path w="3215004" h="6096000">
                  <a:moveTo>
                    <a:pt x="3177374" y="6019800"/>
                  </a:moveTo>
                  <a:lnTo>
                    <a:pt x="3164433" y="6019800"/>
                  </a:lnTo>
                  <a:lnTo>
                    <a:pt x="3169894" y="6007100"/>
                  </a:lnTo>
                  <a:lnTo>
                    <a:pt x="3182772" y="6007100"/>
                  </a:lnTo>
                  <a:lnTo>
                    <a:pt x="3177374" y="6019800"/>
                  </a:lnTo>
                  <a:close/>
                </a:path>
                <a:path w="3215004" h="6096000">
                  <a:moveTo>
                    <a:pt x="62064" y="6032500"/>
                  </a:moveTo>
                  <a:lnTo>
                    <a:pt x="48933" y="6032500"/>
                  </a:lnTo>
                  <a:lnTo>
                    <a:pt x="43002" y="6019800"/>
                  </a:lnTo>
                  <a:lnTo>
                    <a:pt x="55968" y="6019800"/>
                  </a:lnTo>
                  <a:lnTo>
                    <a:pt x="62064" y="6032500"/>
                  </a:lnTo>
                  <a:close/>
                </a:path>
                <a:path w="3215004" h="6096000">
                  <a:moveTo>
                    <a:pt x="3165843" y="6032500"/>
                  </a:moveTo>
                  <a:lnTo>
                    <a:pt x="3152863" y="6032500"/>
                  </a:lnTo>
                  <a:lnTo>
                    <a:pt x="3158947" y="6019800"/>
                  </a:lnTo>
                  <a:lnTo>
                    <a:pt x="3171774" y="6019800"/>
                  </a:lnTo>
                  <a:lnTo>
                    <a:pt x="3165843" y="6032500"/>
                  </a:lnTo>
                  <a:close/>
                </a:path>
                <a:path w="3215004" h="6096000">
                  <a:moveTo>
                    <a:pt x="74790" y="6045200"/>
                  </a:moveTo>
                  <a:lnTo>
                    <a:pt x="61709" y="6045200"/>
                  </a:lnTo>
                  <a:lnTo>
                    <a:pt x="55168" y="6032500"/>
                  </a:lnTo>
                  <a:lnTo>
                    <a:pt x="68122" y="6032500"/>
                  </a:lnTo>
                  <a:lnTo>
                    <a:pt x="74790" y="6045200"/>
                  </a:lnTo>
                  <a:close/>
                </a:path>
                <a:path w="3215004" h="6096000">
                  <a:moveTo>
                    <a:pt x="3153041" y="6045200"/>
                  </a:moveTo>
                  <a:lnTo>
                    <a:pt x="3140138" y="6045200"/>
                  </a:lnTo>
                  <a:lnTo>
                    <a:pt x="3146805" y="6032500"/>
                  </a:lnTo>
                  <a:lnTo>
                    <a:pt x="3159759" y="6032500"/>
                  </a:lnTo>
                  <a:lnTo>
                    <a:pt x="3153041" y="6045200"/>
                  </a:lnTo>
                  <a:close/>
                </a:path>
                <a:path w="3215004" h="6096000">
                  <a:moveTo>
                    <a:pt x="88582" y="6057900"/>
                  </a:moveTo>
                  <a:lnTo>
                    <a:pt x="75666" y="6057900"/>
                  </a:lnTo>
                  <a:lnTo>
                    <a:pt x="68554" y="6045200"/>
                  </a:lnTo>
                  <a:lnTo>
                    <a:pt x="81381" y="6045200"/>
                  </a:lnTo>
                  <a:lnTo>
                    <a:pt x="88582" y="6057900"/>
                  </a:lnTo>
                  <a:close/>
                </a:path>
                <a:path w="3215004" h="6096000">
                  <a:moveTo>
                    <a:pt x="3139249" y="6057900"/>
                  </a:moveTo>
                  <a:lnTo>
                    <a:pt x="3126346" y="6057900"/>
                  </a:lnTo>
                  <a:lnTo>
                    <a:pt x="3133547" y="6045200"/>
                  </a:lnTo>
                  <a:lnTo>
                    <a:pt x="3146196" y="6045200"/>
                  </a:lnTo>
                  <a:lnTo>
                    <a:pt x="3139249" y="6057900"/>
                  </a:lnTo>
                  <a:close/>
                </a:path>
                <a:path w="3215004" h="6096000">
                  <a:moveTo>
                    <a:pt x="111074" y="6070600"/>
                  </a:moveTo>
                  <a:lnTo>
                    <a:pt x="90906" y="6070600"/>
                  </a:lnTo>
                  <a:lnTo>
                    <a:pt x="83248" y="6057900"/>
                  </a:lnTo>
                  <a:lnTo>
                    <a:pt x="103149" y="6057900"/>
                  </a:lnTo>
                  <a:lnTo>
                    <a:pt x="111074" y="6070600"/>
                  </a:lnTo>
                  <a:close/>
                </a:path>
                <a:path w="3215004" h="6096000">
                  <a:moveTo>
                    <a:pt x="3124212" y="6070600"/>
                  </a:moveTo>
                  <a:lnTo>
                    <a:pt x="3103854" y="6070600"/>
                  </a:lnTo>
                  <a:lnTo>
                    <a:pt x="3111779" y="6057900"/>
                  </a:lnTo>
                  <a:lnTo>
                    <a:pt x="3131858" y="6057900"/>
                  </a:lnTo>
                  <a:lnTo>
                    <a:pt x="3124212" y="6070600"/>
                  </a:lnTo>
                  <a:close/>
                </a:path>
                <a:path w="3215004" h="6096000">
                  <a:moveTo>
                    <a:pt x="152628" y="6083300"/>
                  </a:moveTo>
                  <a:lnTo>
                    <a:pt x="115303" y="6083300"/>
                  </a:lnTo>
                  <a:lnTo>
                    <a:pt x="106946" y="6070600"/>
                  </a:lnTo>
                  <a:lnTo>
                    <a:pt x="143738" y="6070600"/>
                  </a:lnTo>
                  <a:lnTo>
                    <a:pt x="152628" y="6083300"/>
                  </a:lnTo>
                  <a:close/>
                </a:path>
                <a:path w="3215004" h="6096000">
                  <a:moveTo>
                    <a:pt x="3099841" y="6083300"/>
                  </a:moveTo>
                  <a:lnTo>
                    <a:pt x="3062300" y="6083300"/>
                  </a:lnTo>
                  <a:lnTo>
                    <a:pt x="3071190" y="6070600"/>
                  </a:lnTo>
                  <a:lnTo>
                    <a:pt x="3108185" y="6070600"/>
                  </a:lnTo>
                  <a:lnTo>
                    <a:pt x="3099841" y="6083300"/>
                  </a:lnTo>
                  <a:close/>
                </a:path>
                <a:path w="3215004" h="6096000">
                  <a:moveTo>
                    <a:pt x="3055150" y="6096000"/>
                  </a:moveTo>
                  <a:lnTo>
                    <a:pt x="160007" y="6096000"/>
                  </a:lnTo>
                  <a:lnTo>
                    <a:pt x="150723" y="6083300"/>
                  </a:lnTo>
                  <a:lnTo>
                    <a:pt x="3064433" y="6083300"/>
                  </a:lnTo>
                  <a:lnTo>
                    <a:pt x="3055150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724741" y="617397"/>
            <a:ext cx="5822721" cy="394351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1158880" y="575551"/>
            <a:ext cx="19050" cy="2014220"/>
          </a:xfrm>
          <a:custGeom>
            <a:avLst/>
            <a:gdLst/>
            <a:ahLst/>
            <a:cxnLst/>
            <a:rect l="l" t="t" r="r" b="b"/>
            <a:pathLst>
              <a:path w="19050" h="2014220">
                <a:moveTo>
                  <a:pt x="19050" y="2013597"/>
                </a:moveTo>
                <a:lnTo>
                  <a:pt x="0" y="2013597"/>
                </a:lnTo>
                <a:lnTo>
                  <a:pt x="0" y="0"/>
                </a:lnTo>
                <a:lnTo>
                  <a:pt x="19050" y="0"/>
                </a:lnTo>
                <a:lnTo>
                  <a:pt x="19050" y="2013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4741" y="4992052"/>
            <a:ext cx="5822721" cy="394352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25791" y="3322243"/>
            <a:ext cx="260223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500" spc="-14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EXTERNAL</a:t>
            </a:r>
            <a:r>
              <a:rPr sz="150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6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MAINTENANCE </a:t>
            </a:r>
            <a:r>
              <a:rPr sz="1500" spc="-1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50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外围护体系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5791" y="4402378"/>
            <a:ext cx="2890520" cy="46234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锌钢结构框架体系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55" dirty="0">
                <a:latin typeface="宋体" panose="02010600030101010101" pitchFamily="2" charset="-122"/>
                <a:cs typeface="宋体" panose="02010600030101010101" pitchFamily="2" charset="-122"/>
              </a:rPr>
              <a:t>氟碳喷涂铝合金外壳模块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67310" algn="just">
              <a:lnSpc>
                <a:spcPct val="118000"/>
              </a:lnSpc>
            </a:pPr>
            <a:r>
              <a:rPr sz="1500" spc="60" dirty="0">
                <a:latin typeface="宋体" panose="02010600030101010101" pitchFamily="2" charset="-122"/>
                <a:cs typeface="宋体" panose="02010600030101010101" pitchFamily="2" charset="-122"/>
              </a:rPr>
              <a:t>保温防水防潮构造体系中央钢化玻璃门窗中央夹胶钢化玻璃天窗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不锈钢入户门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35" dirty="0">
                <a:latin typeface="宋体" panose="02010600030101010101" pitchFamily="2" charset="-122"/>
                <a:cs typeface="宋体" panose="02010600030101010101" pitchFamily="2" charset="-122"/>
              </a:rPr>
              <a:t>全景阳台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37795">
              <a:lnSpc>
                <a:spcPts val="2130"/>
              </a:lnSpc>
              <a:spcBef>
                <a:spcPts val="120"/>
              </a:spcBef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Galvanized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steel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frame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system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Fluorocarbon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sprayed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aluminum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alloy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shell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module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Insulation,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waterproof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moisture-</a:t>
            </a:r>
            <a:r>
              <a:rPr sz="1500" spc="10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proof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structural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system Central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738505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tempered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doors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windows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7150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Central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laminated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tempered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glass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skylight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Stainless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steel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entrance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door</a:t>
            </a:r>
            <a:r>
              <a:rPr sz="15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Panoramic</a:t>
            </a:r>
            <a:r>
              <a:rPr sz="15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balcony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31233" y="3324148"/>
            <a:ext cx="2477135" cy="5626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1500" spc="-12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EINTERIOR</a:t>
            </a:r>
            <a:r>
              <a:rPr sz="1500" spc="-4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5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DECORATION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45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室内精装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31233" y="4131233"/>
            <a:ext cx="3084195" cy="48945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00" dirty="0">
                <a:latin typeface="宋体" panose="02010600030101010101" pitchFamily="2" charset="-122"/>
                <a:cs typeface="宋体" panose="02010600030101010101" pitchFamily="2" charset="-122"/>
              </a:rPr>
              <a:t>标准色集成天花、 墙面、 模块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18000"/>
              </a:lnSpc>
            </a:pPr>
            <a:r>
              <a:rPr sz="1500" spc="20" dirty="0">
                <a:latin typeface="宋体" panose="02010600030101010101" pitchFamily="2" charset="-122"/>
                <a:cs typeface="宋体" panose="02010600030101010101" pitchFamily="2" charset="-122"/>
              </a:rPr>
              <a:t>环保木地板、 卫生间隐私玻璃门、</a:t>
            </a:r>
            <a:r>
              <a:rPr sz="1500" spc="25" dirty="0">
                <a:latin typeface="宋体" panose="02010600030101010101" pitchFamily="2" charset="-122"/>
                <a:cs typeface="宋体" panose="02010600030101010101" pitchFamily="2" charset="-122"/>
              </a:rPr>
              <a:t>卫生间大理石、瓷砖地面、 定制</a:t>
            </a:r>
            <a:r>
              <a:rPr sz="1500" spc="-5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洗手台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台盘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10" dirty="0">
                <a:latin typeface="宋体" panose="02010600030101010101" pitchFamily="2" charset="-122"/>
                <a:cs typeface="宋体" panose="02010600030101010101" pitchFamily="2" charset="-122"/>
              </a:rPr>
              <a:t>卫浴镜、 马桶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10" dirty="0">
                <a:latin typeface="宋体" panose="02010600030101010101" pitchFamily="2" charset="-122"/>
                <a:cs typeface="宋体" panose="02010600030101010101" pitchFamily="2" charset="-122"/>
              </a:rPr>
              <a:t>龙头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87325">
              <a:lnSpc>
                <a:spcPct val="118000"/>
              </a:lnSpc>
            </a:pP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dirty="0">
                <a:latin typeface="宋体" panose="02010600030101010101" pitchFamily="2" charset="-122"/>
                <a:cs typeface="宋体" panose="02010600030101010101" pitchFamily="2" charset="-122"/>
              </a:rPr>
              <a:t>花洒、 吧台、 全屋照明系统、</a:t>
            </a:r>
            <a:r>
              <a:rPr sz="1500" spc="15" dirty="0">
                <a:latin typeface="宋体" panose="02010600030101010101" pitchFamily="2" charset="-122"/>
                <a:cs typeface="宋体" panose="02010600030101010101" pitchFamily="2" charset="-122"/>
              </a:rPr>
              <a:t>全屋水电系统、 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2P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美的变频冷暖</a:t>
            </a:r>
            <a:r>
              <a:rPr sz="1500" spc="-10" dirty="0">
                <a:latin typeface="宋体" panose="02010600030101010101" pitchFamily="2" charset="-122"/>
                <a:cs typeface="宋体" panose="02010600030101010101" pitchFamily="2" charset="-122"/>
              </a:rPr>
              <a:t>空调、 热水器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320040">
              <a:lnSpc>
                <a:spcPct val="118000"/>
              </a:lnSpc>
            </a:pP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color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ceiling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wall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modules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Environmentally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friendly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wooden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floor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Bathroom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privacy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door</a:t>
            </a:r>
            <a:r>
              <a:rPr sz="1500" spc="-210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Bathroom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marble/ceramic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floor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Customized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sink/table/bathroom</a:t>
            </a:r>
            <a:r>
              <a:rPr sz="15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mirror</a:t>
            </a:r>
            <a:r>
              <a:rPr sz="1500" spc="-50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55" dirty="0">
                <a:latin typeface="Times New Roman" panose="02020603050405020304"/>
                <a:cs typeface="Times New Roman" panose="02020603050405020304"/>
              </a:rPr>
              <a:t>Toilet/faucet/shower</a:t>
            </a:r>
            <a:r>
              <a:rPr sz="1500" spc="-12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Bar</a:t>
            </a:r>
            <a:r>
              <a:rPr sz="1500" spc="-35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Whole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house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lighting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-22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Whole 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house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electricity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2P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Midea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variable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frequency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heating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cooling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air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conditioner</a:t>
            </a:r>
            <a:r>
              <a:rPr sz="1500" spc="-35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-60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heater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36673" y="3297289"/>
            <a:ext cx="218440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500" spc="-8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CUSTOMER</a:t>
            </a:r>
            <a:r>
              <a:rPr sz="1500" spc="-6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7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CONTROL </a:t>
            </a:r>
            <a:r>
              <a:rPr sz="1500" spc="-1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45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客控系统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36673" y="4376153"/>
            <a:ext cx="2534285" cy="2190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13055">
              <a:lnSpc>
                <a:spcPct val="118000"/>
              </a:lnSpc>
              <a:spcBef>
                <a:spcPts val="95"/>
              </a:spcBef>
            </a:pP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插卡取电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取卡断电面板</a:t>
            </a:r>
            <a:r>
              <a:rPr sz="1500" spc="55" dirty="0">
                <a:latin typeface="宋体" panose="02010600030101010101" pitchFamily="2" charset="-122"/>
                <a:cs typeface="宋体" panose="02010600030101010101" pitchFamily="2" charset="-122"/>
              </a:rPr>
              <a:t>多情景模式功能面板照明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照明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窗帘智能集成控制全屋智能语音控制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手机智能门禁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51130">
              <a:lnSpc>
                <a:spcPts val="2130"/>
              </a:lnSpc>
              <a:spcBef>
                <a:spcPts val="125"/>
              </a:spcBef>
            </a:pPr>
            <a:r>
              <a:rPr sz="1500" spc="50" dirty="0">
                <a:latin typeface="Times New Roman" panose="02020603050405020304"/>
                <a:cs typeface="Times New Roman" panose="02020603050405020304"/>
              </a:rPr>
              <a:t>Card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insertion/card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removal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15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off</a:t>
            </a:r>
            <a:r>
              <a:rPr sz="15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panel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500" spc="60" dirty="0">
                <a:latin typeface="Times New Roman" panose="02020603050405020304"/>
                <a:cs typeface="Times New Roman" panose="02020603050405020304"/>
              </a:rPr>
              <a:t>Multi-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scenario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mode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function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36673" y="6540868"/>
            <a:ext cx="2717800" cy="19189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  <a:tabLst>
                <a:tab pos="747395" algn="l"/>
              </a:tabLst>
            </a:pPr>
            <a:r>
              <a:rPr sz="1500" spc="40" dirty="0">
                <a:latin typeface="Times New Roman" panose="02020603050405020304"/>
                <a:cs typeface="Times New Roman" panose="02020603050405020304"/>
              </a:rPr>
              <a:t>panel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lighting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38100">
              <a:lnSpc>
                <a:spcPct val="11800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lighting/curtains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44450">
              <a:lnSpc>
                <a:spcPct val="11800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voice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whole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house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8000"/>
              </a:lnSpc>
            </a:pP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5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15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mobile </a:t>
            </a:r>
            <a:r>
              <a:rPr sz="1500" spc="40" dirty="0">
                <a:latin typeface="Times New Roman" panose="02020603050405020304"/>
                <a:cs typeface="Times New Roman" panose="02020603050405020304"/>
              </a:rPr>
              <a:t>phone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35140" y="1703400"/>
            <a:ext cx="413969" cy="413969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09472" y="507542"/>
            <a:ext cx="69329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0565" algn="l"/>
              </a:tabLst>
            </a:pP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What</a:t>
            </a:r>
            <a:r>
              <a:rPr sz="6000" spc="-229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spc="-43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6000" spc="18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See</a:t>
            </a:r>
            <a:r>
              <a:rPr sz="60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6000" spc="-1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What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9472" y="1269542"/>
            <a:ext cx="25527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8275" algn="l"/>
              </a:tabLst>
            </a:pPr>
            <a:r>
              <a:rPr sz="6000" spc="-43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6000" spc="18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60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Get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23398" y="1685594"/>
            <a:ext cx="265493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精装交付，即装即用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295858" y="5216304"/>
            <a:ext cx="7734330" cy="35263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185" y="3272459"/>
            <a:ext cx="9471063" cy="6137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39279" y="1372425"/>
            <a:ext cx="80054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9020" algn="l"/>
              </a:tabLst>
            </a:pPr>
            <a:r>
              <a:rPr sz="6000" b="1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F5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Space</a:t>
            </a:r>
            <a:r>
              <a:rPr sz="60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Capsule</a:t>
            </a:r>
            <a:r>
              <a:rPr sz="60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15" dirty="0"/>
              <a:t>太空舱房屋</a:t>
            </a:r>
            <a:endParaRPr spc="415" dirty="0"/>
          </a:p>
        </p:txBody>
      </p:sp>
      <p:sp>
        <p:nvSpPr>
          <p:cNvPr id="6" name="object 6"/>
          <p:cNvSpPr txBox="1"/>
          <p:nvPr/>
        </p:nvSpPr>
        <p:spPr>
          <a:xfrm>
            <a:off x="10606760" y="1725485"/>
            <a:ext cx="6857365" cy="214249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尺寸（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23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300" spc="-27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300" b="1" spc="-1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8500mm</a:t>
            </a:r>
            <a:r>
              <a:rPr sz="2300" spc="-29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300" b="1" spc="-2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3300mm</a:t>
            </a:r>
            <a:r>
              <a:rPr sz="23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300" b="1" spc="3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3200mm</a:t>
            </a:r>
            <a:endParaRPr sz="2300">
              <a:latin typeface="Times New Roman" panose="02020603050405020304"/>
              <a:cs typeface="Times New Roman" panose="02020603050405020304"/>
            </a:endParaRPr>
          </a:p>
          <a:p>
            <a:pPr marL="12700" marR="1431925">
              <a:lnSpc>
                <a:spcPts val="4630"/>
              </a:lnSpc>
              <a:spcBef>
                <a:spcPts val="465"/>
              </a:spcBef>
            </a:pPr>
            <a:r>
              <a:rPr sz="23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占地面积（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Land occupation </a:t>
            </a:r>
            <a:r>
              <a:rPr sz="23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area</a:t>
            </a:r>
            <a:r>
              <a:rPr sz="2300" spc="-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sz="23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28</a:t>
            </a:r>
            <a:r>
              <a:rPr sz="23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㎡</a:t>
            </a:r>
            <a:r>
              <a:rPr sz="23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入住人数（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23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300" b="1" spc="4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guests</a:t>
            </a:r>
            <a:r>
              <a:rPr sz="23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300" spc="-26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3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3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客舱重量（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2300" b="1" spc="4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weight</a:t>
            </a:r>
            <a:r>
              <a:rPr sz="23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300" spc="-26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3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6000kg</a:t>
            </a:r>
            <a:endParaRPr sz="23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9843" y="3130334"/>
            <a:ext cx="3215005" cy="6096000"/>
            <a:chOff x="779843" y="3130334"/>
            <a:chExt cx="3215005" cy="6096000"/>
          </a:xfrm>
        </p:grpSpPr>
        <p:sp>
          <p:nvSpPr>
            <p:cNvPr id="3" name="object 3"/>
            <p:cNvSpPr/>
            <p:nvPr/>
          </p:nvSpPr>
          <p:spPr>
            <a:xfrm>
              <a:off x="784605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45" y="6088799"/>
                  </a:moveTo>
                  <a:lnTo>
                    <a:pt x="183832" y="6088799"/>
                  </a:lnTo>
                  <a:lnTo>
                    <a:pt x="134963" y="6082232"/>
                  </a:lnTo>
                  <a:lnTo>
                    <a:pt x="91050" y="6063699"/>
                  </a:lnTo>
                  <a:lnTo>
                    <a:pt x="53844" y="6034952"/>
                  </a:lnTo>
                  <a:lnTo>
                    <a:pt x="25099" y="5997744"/>
                  </a:lnTo>
                  <a:lnTo>
                    <a:pt x="6566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6" y="134971"/>
                  </a:lnTo>
                  <a:lnTo>
                    <a:pt x="25099" y="91054"/>
                  </a:lnTo>
                  <a:lnTo>
                    <a:pt x="53844" y="53846"/>
                  </a:lnTo>
                  <a:lnTo>
                    <a:pt x="91050" y="25099"/>
                  </a:lnTo>
                  <a:lnTo>
                    <a:pt x="134963" y="6567"/>
                  </a:lnTo>
                  <a:lnTo>
                    <a:pt x="183832" y="0"/>
                  </a:lnTo>
                  <a:lnTo>
                    <a:pt x="3021545" y="0"/>
                  </a:lnTo>
                  <a:lnTo>
                    <a:pt x="3070415" y="6567"/>
                  </a:lnTo>
                  <a:lnTo>
                    <a:pt x="3114331" y="25099"/>
                  </a:lnTo>
                  <a:lnTo>
                    <a:pt x="3151539" y="53846"/>
                  </a:lnTo>
                  <a:lnTo>
                    <a:pt x="3180288" y="91054"/>
                  </a:lnTo>
                  <a:lnTo>
                    <a:pt x="3198823" y="134971"/>
                  </a:lnTo>
                  <a:lnTo>
                    <a:pt x="3205391" y="183845"/>
                  </a:lnTo>
                  <a:lnTo>
                    <a:pt x="3205391" y="5904953"/>
                  </a:lnTo>
                  <a:lnTo>
                    <a:pt x="3198823" y="5953827"/>
                  </a:lnTo>
                  <a:lnTo>
                    <a:pt x="3180288" y="5997744"/>
                  </a:lnTo>
                  <a:lnTo>
                    <a:pt x="3151539" y="6034952"/>
                  </a:lnTo>
                  <a:lnTo>
                    <a:pt x="3114331" y="6063699"/>
                  </a:lnTo>
                  <a:lnTo>
                    <a:pt x="3070415" y="6082232"/>
                  </a:lnTo>
                  <a:lnTo>
                    <a:pt x="3021545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9843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387" y="12700"/>
                  </a:moveTo>
                  <a:lnTo>
                    <a:pt x="115074" y="12700"/>
                  </a:lnTo>
                  <a:lnTo>
                    <a:pt x="123647" y="0"/>
                  </a:lnTo>
                  <a:lnTo>
                    <a:pt x="161442" y="0"/>
                  </a:lnTo>
                  <a:lnTo>
                    <a:pt x="152387" y="12700"/>
                  </a:lnTo>
                  <a:close/>
                </a:path>
                <a:path w="3215004" h="6096000">
                  <a:moveTo>
                    <a:pt x="3099612" y="12700"/>
                  </a:moveTo>
                  <a:lnTo>
                    <a:pt x="3062516" y="12700"/>
                  </a:lnTo>
                  <a:lnTo>
                    <a:pt x="3053460" y="0"/>
                  </a:lnTo>
                  <a:lnTo>
                    <a:pt x="3091040" y="0"/>
                  </a:lnTo>
                  <a:lnTo>
                    <a:pt x="3099612" y="12700"/>
                  </a:lnTo>
                  <a:close/>
                </a:path>
                <a:path w="3215004" h="6096000">
                  <a:moveTo>
                    <a:pt x="110858" y="25400"/>
                  </a:moveTo>
                  <a:lnTo>
                    <a:pt x="90703" y="25400"/>
                  </a:lnTo>
                  <a:lnTo>
                    <a:pt x="98590" y="12700"/>
                  </a:lnTo>
                  <a:lnTo>
                    <a:pt x="118999" y="12700"/>
                  </a:lnTo>
                  <a:lnTo>
                    <a:pt x="110858" y="25400"/>
                  </a:lnTo>
                  <a:close/>
                </a:path>
                <a:path w="3215004" h="6096000">
                  <a:moveTo>
                    <a:pt x="3124009" y="25400"/>
                  </a:moveTo>
                  <a:lnTo>
                    <a:pt x="3104045" y="25400"/>
                  </a:lnTo>
                  <a:lnTo>
                    <a:pt x="3095904" y="12700"/>
                  </a:lnTo>
                  <a:lnTo>
                    <a:pt x="3116110" y="12700"/>
                  </a:lnTo>
                  <a:lnTo>
                    <a:pt x="3124009" y="25400"/>
                  </a:lnTo>
                  <a:close/>
                </a:path>
                <a:path w="3215004" h="6096000">
                  <a:moveTo>
                    <a:pt x="88379" y="38100"/>
                  </a:moveTo>
                  <a:lnTo>
                    <a:pt x="68719" y="38100"/>
                  </a:lnTo>
                  <a:lnTo>
                    <a:pt x="75844" y="25400"/>
                  </a:lnTo>
                  <a:lnTo>
                    <a:pt x="95846" y="25400"/>
                  </a:lnTo>
                  <a:lnTo>
                    <a:pt x="88379" y="38100"/>
                  </a:lnTo>
                  <a:close/>
                </a:path>
                <a:path w="3215004" h="6096000">
                  <a:moveTo>
                    <a:pt x="3146361" y="38100"/>
                  </a:moveTo>
                  <a:lnTo>
                    <a:pt x="3126524" y="38100"/>
                  </a:lnTo>
                  <a:lnTo>
                    <a:pt x="3119069" y="25400"/>
                  </a:lnTo>
                  <a:lnTo>
                    <a:pt x="3139249" y="25400"/>
                  </a:lnTo>
                  <a:lnTo>
                    <a:pt x="3146361" y="38100"/>
                  </a:lnTo>
                  <a:close/>
                </a:path>
                <a:path w="3215004" h="6096000">
                  <a:moveTo>
                    <a:pt x="68110" y="50800"/>
                  </a:moveTo>
                  <a:lnTo>
                    <a:pt x="55156" y="50800"/>
                  </a:lnTo>
                  <a:lnTo>
                    <a:pt x="61874" y="38100"/>
                  </a:lnTo>
                  <a:lnTo>
                    <a:pt x="74777" y="38100"/>
                  </a:lnTo>
                  <a:lnTo>
                    <a:pt x="68110" y="50800"/>
                  </a:lnTo>
                  <a:close/>
                </a:path>
                <a:path w="3215004" h="6096000">
                  <a:moveTo>
                    <a:pt x="3159747" y="50800"/>
                  </a:moveTo>
                  <a:lnTo>
                    <a:pt x="3146793" y="50800"/>
                  </a:lnTo>
                  <a:lnTo>
                    <a:pt x="3140125" y="38100"/>
                  </a:lnTo>
                  <a:lnTo>
                    <a:pt x="3153206" y="38100"/>
                  </a:lnTo>
                  <a:lnTo>
                    <a:pt x="3159747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41" y="63500"/>
                  </a:lnTo>
                  <a:lnTo>
                    <a:pt x="49072" y="50800"/>
                  </a:lnTo>
                  <a:lnTo>
                    <a:pt x="62052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13" y="63500"/>
                  </a:moveTo>
                  <a:lnTo>
                    <a:pt x="3158947" y="63500"/>
                  </a:lnTo>
                  <a:lnTo>
                    <a:pt x="3152851" y="50800"/>
                  </a:lnTo>
                  <a:lnTo>
                    <a:pt x="3165983" y="50800"/>
                  </a:lnTo>
                  <a:lnTo>
                    <a:pt x="3171913" y="63500"/>
                  </a:lnTo>
                  <a:close/>
                </a:path>
                <a:path w="3215004" h="6096000">
                  <a:moveTo>
                    <a:pt x="20345" y="127000"/>
                  </a:moveTo>
                  <a:lnTo>
                    <a:pt x="20421" y="114300"/>
                  </a:lnTo>
                  <a:lnTo>
                    <a:pt x="14770" y="114300"/>
                  </a:lnTo>
                  <a:lnTo>
                    <a:pt x="18542" y="101600"/>
                  </a:lnTo>
                  <a:lnTo>
                    <a:pt x="22707" y="88900"/>
                  </a:lnTo>
                  <a:lnTo>
                    <a:pt x="27368" y="88900"/>
                  </a:lnTo>
                  <a:lnTo>
                    <a:pt x="32143" y="76200"/>
                  </a:lnTo>
                  <a:lnTo>
                    <a:pt x="37541" y="63500"/>
                  </a:lnTo>
                  <a:lnTo>
                    <a:pt x="50482" y="63500"/>
                  </a:lnTo>
                  <a:lnTo>
                    <a:pt x="45021" y="76200"/>
                  </a:lnTo>
                  <a:lnTo>
                    <a:pt x="40170" y="76200"/>
                  </a:lnTo>
                  <a:lnTo>
                    <a:pt x="35496" y="88900"/>
                  </a:lnTo>
                  <a:lnTo>
                    <a:pt x="31191" y="101600"/>
                  </a:lnTo>
                  <a:lnTo>
                    <a:pt x="27228" y="101600"/>
                  </a:lnTo>
                  <a:lnTo>
                    <a:pt x="23634" y="114300"/>
                  </a:lnTo>
                  <a:lnTo>
                    <a:pt x="20345" y="127000"/>
                  </a:lnTo>
                  <a:close/>
                </a:path>
                <a:path w="3215004" h="6096000">
                  <a:moveTo>
                    <a:pt x="3194558" y="127000"/>
                  </a:moveTo>
                  <a:lnTo>
                    <a:pt x="3191357" y="114300"/>
                  </a:lnTo>
                  <a:lnTo>
                    <a:pt x="3187776" y="101600"/>
                  </a:lnTo>
                  <a:lnTo>
                    <a:pt x="3183826" y="101600"/>
                  </a:lnTo>
                  <a:lnTo>
                    <a:pt x="3179521" y="88900"/>
                  </a:lnTo>
                  <a:lnTo>
                    <a:pt x="3174872" y="76200"/>
                  </a:lnTo>
                  <a:lnTo>
                    <a:pt x="3169881" y="76200"/>
                  </a:lnTo>
                  <a:lnTo>
                    <a:pt x="3164420" y="63500"/>
                  </a:lnTo>
                  <a:lnTo>
                    <a:pt x="3177374" y="63500"/>
                  </a:lnTo>
                  <a:lnTo>
                    <a:pt x="3182759" y="76200"/>
                  </a:lnTo>
                  <a:lnTo>
                    <a:pt x="3187534" y="88900"/>
                  </a:lnTo>
                  <a:lnTo>
                    <a:pt x="3192081" y="88900"/>
                  </a:lnTo>
                  <a:lnTo>
                    <a:pt x="3196259" y="101600"/>
                  </a:lnTo>
                  <a:lnTo>
                    <a:pt x="3200044" y="114300"/>
                  </a:lnTo>
                  <a:lnTo>
                    <a:pt x="3194481" y="114300"/>
                  </a:lnTo>
                  <a:lnTo>
                    <a:pt x="3194558" y="127000"/>
                  </a:lnTo>
                  <a:close/>
                </a:path>
                <a:path w="3215004" h="6096000">
                  <a:moveTo>
                    <a:pt x="13131" y="152400"/>
                  </a:moveTo>
                  <a:lnTo>
                    <a:pt x="13182" y="139700"/>
                  </a:lnTo>
                  <a:lnTo>
                    <a:pt x="5905" y="139700"/>
                  </a:lnTo>
                  <a:lnTo>
                    <a:pt x="8509" y="127000"/>
                  </a:lnTo>
                  <a:lnTo>
                    <a:pt x="11404" y="114300"/>
                  </a:lnTo>
                  <a:lnTo>
                    <a:pt x="20421" y="114300"/>
                  </a:lnTo>
                  <a:lnTo>
                    <a:pt x="17602" y="127000"/>
                  </a:lnTo>
                  <a:lnTo>
                    <a:pt x="15189" y="139700"/>
                  </a:lnTo>
                  <a:lnTo>
                    <a:pt x="13131" y="152400"/>
                  </a:lnTo>
                  <a:close/>
                </a:path>
                <a:path w="3215004" h="6096000">
                  <a:moveTo>
                    <a:pt x="3201771" y="152400"/>
                  </a:moveTo>
                  <a:lnTo>
                    <a:pt x="3199777" y="139700"/>
                  </a:lnTo>
                  <a:lnTo>
                    <a:pt x="3197364" y="127000"/>
                  </a:lnTo>
                  <a:lnTo>
                    <a:pt x="3194481" y="114300"/>
                  </a:lnTo>
                  <a:lnTo>
                    <a:pt x="3203422" y="114300"/>
                  </a:lnTo>
                  <a:lnTo>
                    <a:pt x="3206394" y="127000"/>
                  </a:lnTo>
                  <a:lnTo>
                    <a:pt x="3208934" y="139700"/>
                  </a:lnTo>
                  <a:lnTo>
                    <a:pt x="3201720" y="139700"/>
                  </a:lnTo>
                  <a:lnTo>
                    <a:pt x="3201771" y="152400"/>
                  </a:lnTo>
                  <a:close/>
                </a:path>
                <a:path w="3215004" h="6096000">
                  <a:moveTo>
                    <a:pt x="9753" y="177800"/>
                  </a:moveTo>
                  <a:lnTo>
                    <a:pt x="241" y="177800"/>
                  </a:lnTo>
                  <a:lnTo>
                    <a:pt x="952" y="165100"/>
                  </a:lnTo>
                  <a:lnTo>
                    <a:pt x="2146" y="152400"/>
                  </a:lnTo>
                  <a:lnTo>
                    <a:pt x="3848" y="139700"/>
                  </a:lnTo>
                  <a:lnTo>
                    <a:pt x="13182" y="139700"/>
                  </a:lnTo>
                  <a:lnTo>
                    <a:pt x="11595" y="152400"/>
                  </a:lnTo>
                  <a:lnTo>
                    <a:pt x="10452" y="165100"/>
                  </a:lnTo>
                  <a:lnTo>
                    <a:pt x="9753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62" y="177800"/>
                  </a:lnTo>
                  <a:lnTo>
                    <a:pt x="3204476" y="165100"/>
                  </a:lnTo>
                  <a:lnTo>
                    <a:pt x="3203346" y="152400"/>
                  </a:lnTo>
                  <a:lnTo>
                    <a:pt x="3201720" y="139700"/>
                  </a:lnTo>
                  <a:lnTo>
                    <a:pt x="3211055" y="139700"/>
                  </a:lnTo>
                  <a:lnTo>
                    <a:pt x="3212719" y="152400"/>
                  </a:lnTo>
                  <a:lnTo>
                    <a:pt x="3213925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40" y="5918200"/>
                  </a:moveTo>
                  <a:lnTo>
                    <a:pt x="253" y="5918200"/>
                  </a:lnTo>
                  <a:lnTo>
                    <a:pt x="0" y="5905500"/>
                  </a:lnTo>
                  <a:lnTo>
                    <a:pt x="0" y="177800"/>
                  </a:lnTo>
                  <a:lnTo>
                    <a:pt x="9512" y="177800"/>
                  </a:lnTo>
                  <a:lnTo>
                    <a:pt x="9512" y="5905500"/>
                  </a:lnTo>
                  <a:lnTo>
                    <a:pt x="9740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49" y="5918200"/>
                  </a:lnTo>
                  <a:lnTo>
                    <a:pt x="3205391" y="5905500"/>
                  </a:lnTo>
                  <a:lnTo>
                    <a:pt x="3205391" y="177800"/>
                  </a:lnTo>
                  <a:lnTo>
                    <a:pt x="3214903" y="177800"/>
                  </a:lnTo>
                  <a:lnTo>
                    <a:pt x="3214916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170" y="6007100"/>
                  </a:moveTo>
                  <a:lnTo>
                    <a:pt x="27241" y="6007100"/>
                  </a:lnTo>
                  <a:lnTo>
                    <a:pt x="22821" y="5994400"/>
                  </a:lnTo>
                  <a:lnTo>
                    <a:pt x="18643" y="5981700"/>
                  </a:lnTo>
                  <a:lnTo>
                    <a:pt x="14859" y="5981700"/>
                  </a:lnTo>
                  <a:lnTo>
                    <a:pt x="11480" y="5969000"/>
                  </a:lnTo>
                  <a:lnTo>
                    <a:pt x="8509" y="5956300"/>
                  </a:lnTo>
                  <a:lnTo>
                    <a:pt x="5968" y="5956300"/>
                  </a:lnTo>
                  <a:lnTo>
                    <a:pt x="3848" y="5943600"/>
                  </a:lnTo>
                  <a:lnTo>
                    <a:pt x="2184" y="5930900"/>
                  </a:lnTo>
                  <a:lnTo>
                    <a:pt x="977" y="5918200"/>
                  </a:lnTo>
                  <a:lnTo>
                    <a:pt x="10426" y="5918200"/>
                  </a:lnTo>
                  <a:lnTo>
                    <a:pt x="11569" y="5930900"/>
                  </a:lnTo>
                  <a:lnTo>
                    <a:pt x="13131" y="5943600"/>
                  </a:lnTo>
                  <a:lnTo>
                    <a:pt x="15125" y="5943600"/>
                  </a:lnTo>
                  <a:lnTo>
                    <a:pt x="17538" y="5956300"/>
                  </a:lnTo>
                  <a:lnTo>
                    <a:pt x="20345" y="5969000"/>
                  </a:lnTo>
                  <a:lnTo>
                    <a:pt x="23545" y="5969000"/>
                  </a:lnTo>
                  <a:lnTo>
                    <a:pt x="27127" y="5981700"/>
                  </a:lnTo>
                  <a:lnTo>
                    <a:pt x="31076" y="5994400"/>
                  </a:lnTo>
                  <a:lnTo>
                    <a:pt x="35382" y="5994400"/>
                  </a:lnTo>
                  <a:lnTo>
                    <a:pt x="40170" y="6007100"/>
                  </a:lnTo>
                  <a:close/>
                </a:path>
                <a:path w="3215004" h="6096000">
                  <a:moveTo>
                    <a:pt x="3187661" y="6007100"/>
                  </a:moveTo>
                  <a:lnTo>
                    <a:pt x="3174746" y="6007100"/>
                  </a:lnTo>
                  <a:lnTo>
                    <a:pt x="3179406" y="5994400"/>
                  </a:lnTo>
                  <a:lnTo>
                    <a:pt x="3183724" y="5994400"/>
                  </a:lnTo>
                  <a:lnTo>
                    <a:pt x="3187674" y="5981700"/>
                  </a:lnTo>
                  <a:lnTo>
                    <a:pt x="3191268" y="5969000"/>
                  </a:lnTo>
                  <a:lnTo>
                    <a:pt x="3194481" y="5969000"/>
                  </a:lnTo>
                  <a:lnTo>
                    <a:pt x="3197301" y="5956300"/>
                  </a:lnTo>
                  <a:lnTo>
                    <a:pt x="3199714" y="5943600"/>
                  </a:lnTo>
                  <a:lnTo>
                    <a:pt x="3201720" y="5943600"/>
                  </a:lnTo>
                  <a:lnTo>
                    <a:pt x="3203308" y="5930900"/>
                  </a:lnTo>
                  <a:lnTo>
                    <a:pt x="3204451" y="5918200"/>
                  </a:lnTo>
                  <a:lnTo>
                    <a:pt x="3213950" y="5918200"/>
                  </a:lnTo>
                  <a:lnTo>
                    <a:pt x="3212757" y="5930900"/>
                  </a:lnTo>
                  <a:lnTo>
                    <a:pt x="3211106" y="5943600"/>
                  </a:lnTo>
                  <a:lnTo>
                    <a:pt x="3208997" y="5956300"/>
                  </a:lnTo>
                  <a:lnTo>
                    <a:pt x="3206394" y="5956300"/>
                  </a:lnTo>
                  <a:lnTo>
                    <a:pt x="3203498" y="5969000"/>
                  </a:lnTo>
                  <a:lnTo>
                    <a:pt x="3200133" y="5981700"/>
                  </a:lnTo>
                  <a:lnTo>
                    <a:pt x="3196361" y="5981700"/>
                  </a:lnTo>
                  <a:lnTo>
                    <a:pt x="3192195" y="5994400"/>
                  </a:lnTo>
                  <a:lnTo>
                    <a:pt x="3187661" y="6007100"/>
                  </a:lnTo>
                  <a:close/>
                </a:path>
                <a:path w="3215004" h="6096000">
                  <a:moveTo>
                    <a:pt x="50482" y="6019800"/>
                  </a:moveTo>
                  <a:lnTo>
                    <a:pt x="37401" y="6019800"/>
                  </a:lnTo>
                  <a:lnTo>
                    <a:pt x="32270" y="6007100"/>
                  </a:lnTo>
                  <a:lnTo>
                    <a:pt x="45021" y="6007100"/>
                  </a:lnTo>
                  <a:lnTo>
                    <a:pt x="50482" y="6019800"/>
                  </a:lnTo>
                  <a:close/>
                </a:path>
                <a:path w="3215004" h="6096000">
                  <a:moveTo>
                    <a:pt x="3177374" y="6019800"/>
                  </a:moveTo>
                  <a:lnTo>
                    <a:pt x="3164420" y="6019800"/>
                  </a:lnTo>
                  <a:lnTo>
                    <a:pt x="3169881" y="6007100"/>
                  </a:lnTo>
                  <a:lnTo>
                    <a:pt x="3182632" y="6007100"/>
                  </a:lnTo>
                  <a:lnTo>
                    <a:pt x="3177374" y="6019800"/>
                  </a:lnTo>
                  <a:close/>
                </a:path>
                <a:path w="3215004" h="6096000">
                  <a:moveTo>
                    <a:pt x="62052" y="6032500"/>
                  </a:moveTo>
                  <a:lnTo>
                    <a:pt x="48920" y="6032500"/>
                  </a:lnTo>
                  <a:lnTo>
                    <a:pt x="42989" y="6019800"/>
                  </a:lnTo>
                  <a:lnTo>
                    <a:pt x="55968" y="6019800"/>
                  </a:lnTo>
                  <a:lnTo>
                    <a:pt x="62052" y="6032500"/>
                  </a:lnTo>
                  <a:close/>
                </a:path>
                <a:path w="3215004" h="6096000">
                  <a:moveTo>
                    <a:pt x="3165830" y="6032500"/>
                  </a:moveTo>
                  <a:lnTo>
                    <a:pt x="3152851" y="6032500"/>
                  </a:lnTo>
                  <a:lnTo>
                    <a:pt x="3158947" y="6019800"/>
                  </a:lnTo>
                  <a:lnTo>
                    <a:pt x="3171761" y="6019800"/>
                  </a:lnTo>
                  <a:lnTo>
                    <a:pt x="3165830" y="6032500"/>
                  </a:lnTo>
                  <a:close/>
                </a:path>
                <a:path w="3215004" h="6096000">
                  <a:moveTo>
                    <a:pt x="74777" y="6045200"/>
                  </a:moveTo>
                  <a:lnTo>
                    <a:pt x="61696" y="6045200"/>
                  </a:lnTo>
                  <a:lnTo>
                    <a:pt x="55156" y="6032500"/>
                  </a:lnTo>
                  <a:lnTo>
                    <a:pt x="68110" y="6032500"/>
                  </a:lnTo>
                  <a:lnTo>
                    <a:pt x="74777" y="6045200"/>
                  </a:lnTo>
                  <a:close/>
                </a:path>
                <a:path w="3215004" h="6096000">
                  <a:moveTo>
                    <a:pt x="3153029" y="6045200"/>
                  </a:moveTo>
                  <a:lnTo>
                    <a:pt x="3140125" y="6045200"/>
                  </a:lnTo>
                  <a:lnTo>
                    <a:pt x="3146793" y="6032500"/>
                  </a:lnTo>
                  <a:lnTo>
                    <a:pt x="3159747" y="6032500"/>
                  </a:lnTo>
                  <a:lnTo>
                    <a:pt x="3153029" y="6045200"/>
                  </a:lnTo>
                  <a:close/>
                </a:path>
                <a:path w="3215004" h="6096000">
                  <a:moveTo>
                    <a:pt x="88569" y="6057900"/>
                  </a:moveTo>
                  <a:lnTo>
                    <a:pt x="75844" y="6057900"/>
                  </a:lnTo>
                  <a:lnTo>
                    <a:pt x="68541" y="6045200"/>
                  </a:lnTo>
                  <a:lnTo>
                    <a:pt x="81368" y="6045200"/>
                  </a:lnTo>
                  <a:lnTo>
                    <a:pt x="88569" y="6057900"/>
                  </a:lnTo>
                  <a:close/>
                </a:path>
                <a:path w="3215004" h="6096000">
                  <a:moveTo>
                    <a:pt x="3139249" y="6057900"/>
                  </a:moveTo>
                  <a:lnTo>
                    <a:pt x="3126333" y="6057900"/>
                  </a:lnTo>
                  <a:lnTo>
                    <a:pt x="3133534" y="6045200"/>
                  </a:lnTo>
                  <a:lnTo>
                    <a:pt x="3146183" y="6045200"/>
                  </a:lnTo>
                  <a:lnTo>
                    <a:pt x="3139249" y="6057900"/>
                  </a:lnTo>
                  <a:close/>
                </a:path>
                <a:path w="3215004" h="6096000">
                  <a:moveTo>
                    <a:pt x="111074" y="6070600"/>
                  </a:moveTo>
                  <a:lnTo>
                    <a:pt x="90893" y="6070600"/>
                  </a:lnTo>
                  <a:lnTo>
                    <a:pt x="83235" y="6057900"/>
                  </a:lnTo>
                  <a:lnTo>
                    <a:pt x="103136" y="6057900"/>
                  </a:lnTo>
                  <a:lnTo>
                    <a:pt x="111074" y="6070600"/>
                  </a:lnTo>
                  <a:close/>
                </a:path>
                <a:path w="3215004" h="6096000">
                  <a:moveTo>
                    <a:pt x="3124199" y="6070600"/>
                  </a:moveTo>
                  <a:lnTo>
                    <a:pt x="3103841" y="6070600"/>
                  </a:lnTo>
                  <a:lnTo>
                    <a:pt x="3111766" y="6057900"/>
                  </a:lnTo>
                  <a:lnTo>
                    <a:pt x="3131858" y="6057900"/>
                  </a:lnTo>
                  <a:lnTo>
                    <a:pt x="3124199" y="6070600"/>
                  </a:lnTo>
                  <a:close/>
                </a:path>
                <a:path w="3215004" h="6096000">
                  <a:moveTo>
                    <a:pt x="152615" y="6083300"/>
                  </a:moveTo>
                  <a:lnTo>
                    <a:pt x="115290" y="6083300"/>
                  </a:lnTo>
                  <a:lnTo>
                    <a:pt x="106934" y="6070600"/>
                  </a:lnTo>
                  <a:lnTo>
                    <a:pt x="143725" y="6070600"/>
                  </a:lnTo>
                  <a:lnTo>
                    <a:pt x="152615" y="6083300"/>
                  </a:lnTo>
                  <a:close/>
                </a:path>
                <a:path w="3215004" h="6096000">
                  <a:moveTo>
                    <a:pt x="3099828" y="6083300"/>
                  </a:moveTo>
                  <a:lnTo>
                    <a:pt x="3062287" y="6083300"/>
                  </a:lnTo>
                  <a:lnTo>
                    <a:pt x="3071177" y="6070600"/>
                  </a:lnTo>
                  <a:lnTo>
                    <a:pt x="3108185" y="6070600"/>
                  </a:lnTo>
                  <a:lnTo>
                    <a:pt x="3099828" y="6083300"/>
                  </a:lnTo>
                  <a:close/>
                </a:path>
                <a:path w="3215004" h="6096000">
                  <a:moveTo>
                    <a:pt x="3055137" y="6096000"/>
                  </a:moveTo>
                  <a:lnTo>
                    <a:pt x="160007" y="6096000"/>
                  </a:lnTo>
                  <a:lnTo>
                    <a:pt x="150710" y="6083300"/>
                  </a:lnTo>
                  <a:lnTo>
                    <a:pt x="3064421" y="6083300"/>
                  </a:lnTo>
                  <a:lnTo>
                    <a:pt x="3055137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4385284" y="3130334"/>
            <a:ext cx="3215005" cy="6096000"/>
            <a:chOff x="4385284" y="3130334"/>
            <a:chExt cx="3215005" cy="6096000"/>
          </a:xfrm>
        </p:grpSpPr>
        <p:sp>
          <p:nvSpPr>
            <p:cNvPr id="6" name="object 6"/>
            <p:cNvSpPr/>
            <p:nvPr/>
          </p:nvSpPr>
          <p:spPr>
            <a:xfrm>
              <a:off x="4390047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45" y="6088799"/>
                  </a:moveTo>
                  <a:lnTo>
                    <a:pt x="183832" y="6088799"/>
                  </a:lnTo>
                  <a:lnTo>
                    <a:pt x="134963" y="6082232"/>
                  </a:lnTo>
                  <a:lnTo>
                    <a:pt x="91050" y="6063699"/>
                  </a:lnTo>
                  <a:lnTo>
                    <a:pt x="53844" y="6034952"/>
                  </a:lnTo>
                  <a:lnTo>
                    <a:pt x="25099" y="5997744"/>
                  </a:lnTo>
                  <a:lnTo>
                    <a:pt x="6566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6" y="134971"/>
                  </a:lnTo>
                  <a:lnTo>
                    <a:pt x="25099" y="91054"/>
                  </a:lnTo>
                  <a:lnTo>
                    <a:pt x="53844" y="53846"/>
                  </a:lnTo>
                  <a:lnTo>
                    <a:pt x="91050" y="25099"/>
                  </a:lnTo>
                  <a:lnTo>
                    <a:pt x="134963" y="6567"/>
                  </a:lnTo>
                  <a:lnTo>
                    <a:pt x="183832" y="0"/>
                  </a:lnTo>
                  <a:lnTo>
                    <a:pt x="3021545" y="0"/>
                  </a:lnTo>
                  <a:lnTo>
                    <a:pt x="3070414" y="6567"/>
                  </a:lnTo>
                  <a:lnTo>
                    <a:pt x="3114327" y="25099"/>
                  </a:lnTo>
                  <a:lnTo>
                    <a:pt x="3151533" y="53846"/>
                  </a:lnTo>
                  <a:lnTo>
                    <a:pt x="3180278" y="91054"/>
                  </a:lnTo>
                  <a:lnTo>
                    <a:pt x="3198811" y="134971"/>
                  </a:lnTo>
                  <a:lnTo>
                    <a:pt x="3205378" y="183845"/>
                  </a:lnTo>
                  <a:lnTo>
                    <a:pt x="3205378" y="5904953"/>
                  </a:lnTo>
                  <a:lnTo>
                    <a:pt x="3198811" y="5953827"/>
                  </a:lnTo>
                  <a:lnTo>
                    <a:pt x="3180278" y="5997744"/>
                  </a:lnTo>
                  <a:lnTo>
                    <a:pt x="3151533" y="6034952"/>
                  </a:lnTo>
                  <a:lnTo>
                    <a:pt x="3114327" y="6063699"/>
                  </a:lnTo>
                  <a:lnTo>
                    <a:pt x="3070414" y="6082232"/>
                  </a:lnTo>
                  <a:lnTo>
                    <a:pt x="3021545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85284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387" y="12700"/>
                  </a:moveTo>
                  <a:lnTo>
                    <a:pt x="115074" y="12700"/>
                  </a:lnTo>
                  <a:lnTo>
                    <a:pt x="123647" y="0"/>
                  </a:lnTo>
                  <a:lnTo>
                    <a:pt x="161442" y="0"/>
                  </a:lnTo>
                  <a:lnTo>
                    <a:pt x="152387" y="12700"/>
                  </a:lnTo>
                  <a:close/>
                </a:path>
                <a:path w="3215004" h="6096000">
                  <a:moveTo>
                    <a:pt x="3099612" y="12700"/>
                  </a:moveTo>
                  <a:lnTo>
                    <a:pt x="3062516" y="12700"/>
                  </a:lnTo>
                  <a:lnTo>
                    <a:pt x="3053460" y="0"/>
                  </a:lnTo>
                  <a:lnTo>
                    <a:pt x="3091040" y="0"/>
                  </a:lnTo>
                  <a:lnTo>
                    <a:pt x="3099612" y="12700"/>
                  </a:lnTo>
                  <a:close/>
                </a:path>
                <a:path w="3215004" h="6096000">
                  <a:moveTo>
                    <a:pt x="110858" y="25400"/>
                  </a:moveTo>
                  <a:lnTo>
                    <a:pt x="90703" y="25400"/>
                  </a:lnTo>
                  <a:lnTo>
                    <a:pt x="98590" y="12700"/>
                  </a:lnTo>
                  <a:lnTo>
                    <a:pt x="118999" y="12700"/>
                  </a:lnTo>
                  <a:lnTo>
                    <a:pt x="110858" y="25400"/>
                  </a:lnTo>
                  <a:close/>
                </a:path>
                <a:path w="3215004" h="6096000">
                  <a:moveTo>
                    <a:pt x="3124009" y="25400"/>
                  </a:moveTo>
                  <a:lnTo>
                    <a:pt x="3104045" y="25400"/>
                  </a:lnTo>
                  <a:lnTo>
                    <a:pt x="3095904" y="12700"/>
                  </a:lnTo>
                  <a:lnTo>
                    <a:pt x="3116110" y="12700"/>
                  </a:lnTo>
                  <a:lnTo>
                    <a:pt x="3124009" y="25400"/>
                  </a:lnTo>
                  <a:close/>
                </a:path>
                <a:path w="3215004" h="6096000">
                  <a:moveTo>
                    <a:pt x="88379" y="38100"/>
                  </a:moveTo>
                  <a:lnTo>
                    <a:pt x="68719" y="38100"/>
                  </a:lnTo>
                  <a:lnTo>
                    <a:pt x="75844" y="25400"/>
                  </a:lnTo>
                  <a:lnTo>
                    <a:pt x="95846" y="25400"/>
                  </a:lnTo>
                  <a:lnTo>
                    <a:pt x="88379" y="38100"/>
                  </a:lnTo>
                  <a:close/>
                </a:path>
                <a:path w="3215004" h="6096000">
                  <a:moveTo>
                    <a:pt x="3146361" y="38100"/>
                  </a:moveTo>
                  <a:lnTo>
                    <a:pt x="3126524" y="38100"/>
                  </a:lnTo>
                  <a:lnTo>
                    <a:pt x="3119056" y="25400"/>
                  </a:lnTo>
                  <a:lnTo>
                    <a:pt x="3139236" y="25400"/>
                  </a:lnTo>
                  <a:lnTo>
                    <a:pt x="3146361" y="38100"/>
                  </a:lnTo>
                  <a:close/>
                </a:path>
                <a:path w="3215004" h="6096000">
                  <a:moveTo>
                    <a:pt x="68110" y="50800"/>
                  </a:moveTo>
                  <a:lnTo>
                    <a:pt x="55156" y="50800"/>
                  </a:lnTo>
                  <a:lnTo>
                    <a:pt x="61874" y="38100"/>
                  </a:lnTo>
                  <a:lnTo>
                    <a:pt x="74777" y="38100"/>
                  </a:lnTo>
                  <a:lnTo>
                    <a:pt x="68110" y="50800"/>
                  </a:lnTo>
                  <a:close/>
                </a:path>
                <a:path w="3215004" h="6096000">
                  <a:moveTo>
                    <a:pt x="3159747" y="50800"/>
                  </a:moveTo>
                  <a:lnTo>
                    <a:pt x="3146793" y="50800"/>
                  </a:lnTo>
                  <a:lnTo>
                    <a:pt x="3140125" y="38100"/>
                  </a:lnTo>
                  <a:lnTo>
                    <a:pt x="3153206" y="38100"/>
                  </a:lnTo>
                  <a:lnTo>
                    <a:pt x="3159747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41" y="63500"/>
                  </a:lnTo>
                  <a:lnTo>
                    <a:pt x="49072" y="50800"/>
                  </a:lnTo>
                  <a:lnTo>
                    <a:pt x="62052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13" y="63500"/>
                  </a:moveTo>
                  <a:lnTo>
                    <a:pt x="3158947" y="63500"/>
                  </a:lnTo>
                  <a:lnTo>
                    <a:pt x="3152851" y="50800"/>
                  </a:lnTo>
                  <a:lnTo>
                    <a:pt x="3165982" y="50800"/>
                  </a:lnTo>
                  <a:lnTo>
                    <a:pt x="3171913" y="63500"/>
                  </a:lnTo>
                  <a:close/>
                </a:path>
                <a:path w="3215004" h="6096000">
                  <a:moveTo>
                    <a:pt x="20345" y="127000"/>
                  </a:moveTo>
                  <a:lnTo>
                    <a:pt x="20421" y="114300"/>
                  </a:lnTo>
                  <a:lnTo>
                    <a:pt x="14770" y="114300"/>
                  </a:lnTo>
                  <a:lnTo>
                    <a:pt x="18541" y="101600"/>
                  </a:lnTo>
                  <a:lnTo>
                    <a:pt x="22707" y="88900"/>
                  </a:lnTo>
                  <a:lnTo>
                    <a:pt x="27241" y="88900"/>
                  </a:lnTo>
                  <a:lnTo>
                    <a:pt x="32143" y="76200"/>
                  </a:lnTo>
                  <a:lnTo>
                    <a:pt x="37541" y="63500"/>
                  </a:lnTo>
                  <a:lnTo>
                    <a:pt x="50482" y="63500"/>
                  </a:lnTo>
                  <a:lnTo>
                    <a:pt x="45021" y="76200"/>
                  </a:lnTo>
                  <a:lnTo>
                    <a:pt x="40170" y="76200"/>
                  </a:lnTo>
                  <a:lnTo>
                    <a:pt x="35496" y="88900"/>
                  </a:lnTo>
                  <a:lnTo>
                    <a:pt x="31191" y="101600"/>
                  </a:lnTo>
                  <a:lnTo>
                    <a:pt x="27228" y="101600"/>
                  </a:lnTo>
                  <a:lnTo>
                    <a:pt x="23634" y="114300"/>
                  </a:lnTo>
                  <a:lnTo>
                    <a:pt x="20345" y="127000"/>
                  </a:lnTo>
                  <a:close/>
                </a:path>
                <a:path w="3215004" h="6096000">
                  <a:moveTo>
                    <a:pt x="3194557" y="127000"/>
                  </a:moveTo>
                  <a:lnTo>
                    <a:pt x="3191357" y="114300"/>
                  </a:lnTo>
                  <a:lnTo>
                    <a:pt x="3187776" y="101600"/>
                  </a:lnTo>
                  <a:lnTo>
                    <a:pt x="3183826" y="101600"/>
                  </a:lnTo>
                  <a:lnTo>
                    <a:pt x="3179521" y="88900"/>
                  </a:lnTo>
                  <a:lnTo>
                    <a:pt x="3174873" y="76200"/>
                  </a:lnTo>
                  <a:lnTo>
                    <a:pt x="3169881" y="76200"/>
                  </a:lnTo>
                  <a:lnTo>
                    <a:pt x="3164420" y="63500"/>
                  </a:lnTo>
                  <a:lnTo>
                    <a:pt x="3177501" y="63500"/>
                  </a:lnTo>
                  <a:lnTo>
                    <a:pt x="3182632" y="76200"/>
                  </a:lnTo>
                  <a:lnTo>
                    <a:pt x="3187534" y="88900"/>
                  </a:lnTo>
                  <a:lnTo>
                    <a:pt x="3192081" y="88900"/>
                  </a:lnTo>
                  <a:lnTo>
                    <a:pt x="3196259" y="101600"/>
                  </a:lnTo>
                  <a:lnTo>
                    <a:pt x="3200044" y="114300"/>
                  </a:lnTo>
                  <a:lnTo>
                    <a:pt x="3194481" y="114300"/>
                  </a:lnTo>
                  <a:lnTo>
                    <a:pt x="3194557" y="127000"/>
                  </a:lnTo>
                  <a:close/>
                </a:path>
                <a:path w="3215004" h="6096000">
                  <a:moveTo>
                    <a:pt x="13131" y="152400"/>
                  </a:moveTo>
                  <a:lnTo>
                    <a:pt x="13182" y="139700"/>
                  </a:lnTo>
                  <a:lnTo>
                    <a:pt x="5905" y="139700"/>
                  </a:lnTo>
                  <a:lnTo>
                    <a:pt x="8509" y="127000"/>
                  </a:lnTo>
                  <a:lnTo>
                    <a:pt x="11404" y="114300"/>
                  </a:lnTo>
                  <a:lnTo>
                    <a:pt x="20421" y="114300"/>
                  </a:lnTo>
                  <a:lnTo>
                    <a:pt x="17602" y="127000"/>
                  </a:lnTo>
                  <a:lnTo>
                    <a:pt x="15189" y="139700"/>
                  </a:lnTo>
                  <a:lnTo>
                    <a:pt x="13131" y="152400"/>
                  </a:lnTo>
                  <a:close/>
                </a:path>
                <a:path w="3215004" h="6096000">
                  <a:moveTo>
                    <a:pt x="3201771" y="152400"/>
                  </a:moveTo>
                  <a:lnTo>
                    <a:pt x="3199777" y="139700"/>
                  </a:lnTo>
                  <a:lnTo>
                    <a:pt x="3197364" y="127000"/>
                  </a:lnTo>
                  <a:lnTo>
                    <a:pt x="3194481" y="114300"/>
                  </a:lnTo>
                  <a:lnTo>
                    <a:pt x="3203422" y="114300"/>
                  </a:lnTo>
                  <a:lnTo>
                    <a:pt x="3206394" y="127000"/>
                  </a:lnTo>
                  <a:lnTo>
                    <a:pt x="3208934" y="139700"/>
                  </a:lnTo>
                  <a:lnTo>
                    <a:pt x="3201720" y="139700"/>
                  </a:lnTo>
                  <a:lnTo>
                    <a:pt x="3201771" y="152400"/>
                  </a:lnTo>
                  <a:close/>
                </a:path>
                <a:path w="3215004" h="6096000">
                  <a:moveTo>
                    <a:pt x="9753" y="177800"/>
                  </a:moveTo>
                  <a:lnTo>
                    <a:pt x="241" y="177800"/>
                  </a:lnTo>
                  <a:lnTo>
                    <a:pt x="952" y="165100"/>
                  </a:lnTo>
                  <a:lnTo>
                    <a:pt x="2146" y="152400"/>
                  </a:lnTo>
                  <a:lnTo>
                    <a:pt x="3848" y="139700"/>
                  </a:lnTo>
                  <a:lnTo>
                    <a:pt x="13182" y="139700"/>
                  </a:lnTo>
                  <a:lnTo>
                    <a:pt x="11595" y="152400"/>
                  </a:lnTo>
                  <a:lnTo>
                    <a:pt x="10452" y="165100"/>
                  </a:lnTo>
                  <a:lnTo>
                    <a:pt x="9753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62" y="177800"/>
                  </a:lnTo>
                  <a:lnTo>
                    <a:pt x="3204476" y="165100"/>
                  </a:lnTo>
                  <a:lnTo>
                    <a:pt x="3203346" y="152400"/>
                  </a:lnTo>
                  <a:lnTo>
                    <a:pt x="3201720" y="139700"/>
                  </a:lnTo>
                  <a:lnTo>
                    <a:pt x="3211055" y="139700"/>
                  </a:lnTo>
                  <a:lnTo>
                    <a:pt x="3212719" y="152400"/>
                  </a:lnTo>
                  <a:lnTo>
                    <a:pt x="3213925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40" y="5918200"/>
                  </a:moveTo>
                  <a:lnTo>
                    <a:pt x="253" y="5918200"/>
                  </a:lnTo>
                  <a:lnTo>
                    <a:pt x="0" y="5905500"/>
                  </a:lnTo>
                  <a:lnTo>
                    <a:pt x="0" y="177800"/>
                  </a:lnTo>
                  <a:lnTo>
                    <a:pt x="9512" y="177800"/>
                  </a:lnTo>
                  <a:lnTo>
                    <a:pt x="9512" y="5905500"/>
                  </a:lnTo>
                  <a:lnTo>
                    <a:pt x="9740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49" y="5918200"/>
                  </a:lnTo>
                  <a:lnTo>
                    <a:pt x="3205378" y="5905500"/>
                  </a:lnTo>
                  <a:lnTo>
                    <a:pt x="3205378" y="177800"/>
                  </a:lnTo>
                  <a:lnTo>
                    <a:pt x="3214903" y="177800"/>
                  </a:lnTo>
                  <a:lnTo>
                    <a:pt x="3214903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170" y="6007100"/>
                  </a:moveTo>
                  <a:lnTo>
                    <a:pt x="27241" y="6007100"/>
                  </a:lnTo>
                  <a:lnTo>
                    <a:pt x="22821" y="5994400"/>
                  </a:lnTo>
                  <a:lnTo>
                    <a:pt x="18643" y="5981700"/>
                  </a:lnTo>
                  <a:lnTo>
                    <a:pt x="14859" y="5981700"/>
                  </a:lnTo>
                  <a:lnTo>
                    <a:pt x="11480" y="5969000"/>
                  </a:lnTo>
                  <a:lnTo>
                    <a:pt x="8509" y="5956300"/>
                  </a:lnTo>
                  <a:lnTo>
                    <a:pt x="5968" y="5956300"/>
                  </a:lnTo>
                  <a:lnTo>
                    <a:pt x="3848" y="5943600"/>
                  </a:lnTo>
                  <a:lnTo>
                    <a:pt x="2184" y="5930900"/>
                  </a:lnTo>
                  <a:lnTo>
                    <a:pt x="977" y="5918200"/>
                  </a:lnTo>
                  <a:lnTo>
                    <a:pt x="10426" y="5918200"/>
                  </a:lnTo>
                  <a:lnTo>
                    <a:pt x="11569" y="5930900"/>
                  </a:lnTo>
                  <a:lnTo>
                    <a:pt x="13131" y="5943600"/>
                  </a:lnTo>
                  <a:lnTo>
                    <a:pt x="15125" y="5943600"/>
                  </a:lnTo>
                  <a:lnTo>
                    <a:pt x="17538" y="5956300"/>
                  </a:lnTo>
                  <a:lnTo>
                    <a:pt x="20345" y="5969000"/>
                  </a:lnTo>
                  <a:lnTo>
                    <a:pt x="23545" y="5969000"/>
                  </a:lnTo>
                  <a:lnTo>
                    <a:pt x="27127" y="5981700"/>
                  </a:lnTo>
                  <a:lnTo>
                    <a:pt x="31076" y="5994400"/>
                  </a:lnTo>
                  <a:lnTo>
                    <a:pt x="35382" y="5994400"/>
                  </a:lnTo>
                  <a:lnTo>
                    <a:pt x="40170" y="6007100"/>
                  </a:lnTo>
                  <a:close/>
                </a:path>
                <a:path w="3215004" h="6096000">
                  <a:moveTo>
                    <a:pt x="3187661" y="6007100"/>
                  </a:moveTo>
                  <a:lnTo>
                    <a:pt x="3174746" y="6007100"/>
                  </a:lnTo>
                  <a:lnTo>
                    <a:pt x="3179406" y="5994400"/>
                  </a:lnTo>
                  <a:lnTo>
                    <a:pt x="3183724" y="5994400"/>
                  </a:lnTo>
                  <a:lnTo>
                    <a:pt x="3187674" y="5981700"/>
                  </a:lnTo>
                  <a:lnTo>
                    <a:pt x="3191268" y="5969000"/>
                  </a:lnTo>
                  <a:lnTo>
                    <a:pt x="3194481" y="5969000"/>
                  </a:lnTo>
                  <a:lnTo>
                    <a:pt x="3197301" y="5956300"/>
                  </a:lnTo>
                  <a:lnTo>
                    <a:pt x="3199714" y="5943600"/>
                  </a:lnTo>
                  <a:lnTo>
                    <a:pt x="3201720" y="5943600"/>
                  </a:lnTo>
                  <a:lnTo>
                    <a:pt x="3203308" y="5930900"/>
                  </a:lnTo>
                  <a:lnTo>
                    <a:pt x="3204451" y="5918200"/>
                  </a:lnTo>
                  <a:lnTo>
                    <a:pt x="3213950" y="5918200"/>
                  </a:lnTo>
                  <a:lnTo>
                    <a:pt x="3212757" y="5930900"/>
                  </a:lnTo>
                  <a:lnTo>
                    <a:pt x="3211106" y="5943600"/>
                  </a:lnTo>
                  <a:lnTo>
                    <a:pt x="3208997" y="5956300"/>
                  </a:lnTo>
                  <a:lnTo>
                    <a:pt x="3206394" y="5956300"/>
                  </a:lnTo>
                  <a:lnTo>
                    <a:pt x="3203498" y="5969000"/>
                  </a:lnTo>
                  <a:lnTo>
                    <a:pt x="3200133" y="5981700"/>
                  </a:lnTo>
                  <a:lnTo>
                    <a:pt x="3196361" y="5981700"/>
                  </a:lnTo>
                  <a:lnTo>
                    <a:pt x="3192195" y="5994400"/>
                  </a:lnTo>
                  <a:lnTo>
                    <a:pt x="3187661" y="6007100"/>
                  </a:lnTo>
                  <a:close/>
                </a:path>
                <a:path w="3215004" h="6096000">
                  <a:moveTo>
                    <a:pt x="50482" y="6019800"/>
                  </a:moveTo>
                  <a:lnTo>
                    <a:pt x="37401" y="6019800"/>
                  </a:lnTo>
                  <a:lnTo>
                    <a:pt x="32270" y="6007100"/>
                  </a:lnTo>
                  <a:lnTo>
                    <a:pt x="45021" y="6007100"/>
                  </a:lnTo>
                  <a:lnTo>
                    <a:pt x="50482" y="6019800"/>
                  </a:lnTo>
                  <a:close/>
                </a:path>
                <a:path w="3215004" h="6096000">
                  <a:moveTo>
                    <a:pt x="3177362" y="6019800"/>
                  </a:moveTo>
                  <a:lnTo>
                    <a:pt x="3164420" y="6019800"/>
                  </a:lnTo>
                  <a:lnTo>
                    <a:pt x="3169881" y="6007100"/>
                  </a:lnTo>
                  <a:lnTo>
                    <a:pt x="3182759" y="6007100"/>
                  </a:lnTo>
                  <a:lnTo>
                    <a:pt x="3177362" y="6019800"/>
                  </a:lnTo>
                  <a:close/>
                </a:path>
                <a:path w="3215004" h="6096000">
                  <a:moveTo>
                    <a:pt x="62052" y="6032500"/>
                  </a:moveTo>
                  <a:lnTo>
                    <a:pt x="48920" y="6032500"/>
                  </a:lnTo>
                  <a:lnTo>
                    <a:pt x="42989" y="6019800"/>
                  </a:lnTo>
                  <a:lnTo>
                    <a:pt x="55968" y="6019800"/>
                  </a:lnTo>
                  <a:lnTo>
                    <a:pt x="62052" y="6032500"/>
                  </a:lnTo>
                  <a:close/>
                </a:path>
                <a:path w="3215004" h="6096000">
                  <a:moveTo>
                    <a:pt x="3165830" y="6032500"/>
                  </a:moveTo>
                  <a:lnTo>
                    <a:pt x="3152851" y="6032500"/>
                  </a:lnTo>
                  <a:lnTo>
                    <a:pt x="3158947" y="6019800"/>
                  </a:lnTo>
                  <a:lnTo>
                    <a:pt x="3171761" y="6019800"/>
                  </a:lnTo>
                  <a:lnTo>
                    <a:pt x="3165830" y="6032500"/>
                  </a:lnTo>
                  <a:close/>
                </a:path>
                <a:path w="3215004" h="6096000">
                  <a:moveTo>
                    <a:pt x="74777" y="6045200"/>
                  </a:moveTo>
                  <a:lnTo>
                    <a:pt x="61696" y="6045200"/>
                  </a:lnTo>
                  <a:lnTo>
                    <a:pt x="55156" y="6032500"/>
                  </a:lnTo>
                  <a:lnTo>
                    <a:pt x="68110" y="6032500"/>
                  </a:lnTo>
                  <a:lnTo>
                    <a:pt x="74777" y="6045200"/>
                  </a:lnTo>
                  <a:close/>
                </a:path>
                <a:path w="3215004" h="6096000">
                  <a:moveTo>
                    <a:pt x="3153029" y="6045200"/>
                  </a:moveTo>
                  <a:lnTo>
                    <a:pt x="3140125" y="6045200"/>
                  </a:lnTo>
                  <a:lnTo>
                    <a:pt x="3146793" y="6032500"/>
                  </a:lnTo>
                  <a:lnTo>
                    <a:pt x="3159747" y="6032500"/>
                  </a:lnTo>
                  <a:lnTo>
                    <a:pt x="3153029" y="6045200"/>
                  </a:lnTo>
                  <a:close/>
                </a:path>
                <a:path w="3215004" h="6096000">
                  <a:moveTo>
                    <a:pt x="88569" y="6057900"/>
                  </a:moveTo>
                  <a:lnTo>
                    <a:pt x="75844" y="6057900"/>
                  </a:lnTo>
                  <a:lnTo>
                    <a:pt x="68541" y="6045200"/>
                  </a:lnTo>
                  <a:lnTo>
                    <a:pt x="81368" y="6045200"/>
                  </a:lnTo>
                  <a:lnTo>
                    <a:pt x="88569" y="6057900"/>
                  </a:lnTo>
                  <a:close/>
                </a:path>
                <a:path w="3215004" h="6096000">
                  <a:moveTo>
                    <a:pt x="3139236" y="6057900"/>
                  </a:moveTo>
                  <a:lnTo>
                    <a:pt x="3126333" y="6057900"/>
                  </a:lnTo>
                  <a:lnTo>
                    <a:pt x="3133534" y="6045200"/>
                  </a:lnTo>
                  <a:lnTo>
                    <a:pt x="3146183" y="6045200"/>
                  </a:lnTo>
                  <a:lnTo>
                    <a:pt x="3139236" y="6057900"/>
                  </a:lnTo>
                  <a:close/>
                </a:path>
                <a:path w="3215004" h="6096000">
                  <a:moveTo>
                    <a:pt x="111061" y="6070600"/>
                  </a:moveTo>
                  <a:lnTo>
                    <a:pt x="90893" y="6070600"/>
                  </a:lnTo>
                  <a:lnTo>
                    <a:pt x="83235" y="6057900"/>
                  </a:lnTo>
                  <a:lnTo>
                    <a:pt x="103136" y="6057900"/>
                  </a:lnTo>
                  <a:lnTo>
                    <a:pt x="111061" y="6070600"/>
                  </a:lnTo>
                  <a:close/>
                </a:path>
                <a:path w="3215004" h="6096000">
                  <a:moveTo>
                    <a:pt x="3124200" y="6070600"/>
                  </a:moveTo>
                  <a:lnTo>
                    <a:pt x="3103841" y="6070600"/>
                  </a:lnTo>
                  <a:lnTo>
                    <a:pt x="3111766" y="6057900"/>
                  </a:lnTo>
                  <a:lnTo>
                    <a:pt x="3131858" y="6057900"/>
                  </a:lnTo>
                  <a:lnTo>
                    <a:pt x="3124200" y="6070600"/>
                  </a:lnTo>
                  <a:close/>
                </a:path>
                <a:path w="3215004" h="6096000">
                  <a:moveTo>
                    <a:pt x="152615" y="6083300"/>
                  </a:moveTo>
                  <a:lnTo>
                    <a:pt x="115290" y="6083300"/>
                  </a:lnTo>
                  <a:lnTo>
                    <a:pt x="106934" y="6070600"/>
                  </a:lnTo>
                  <a:lnTo>
                    <a:pt x="143725" y="6070600"/>
                  </a:lnTo>
                  <a:lnTo>
                    <a:pt x="152615" y="6083300"/>
                  </a:lnTo>
                  <a:close/>
                </a:path>
                <a:path w="3215004" h="6096000">
                  <a:moveTo>
                    <a:pt x="3099828" y="6083300"/>
                  </a:moveTo>
                  <a:lnTo>
                    <a:pt x="3062287" y="6083300"/>
                  </a:lnTo>
                  <a:lnTo>
                    <a:pt x="3071177" y="6070600"/>
                  </a:lnTo>
                  <a:lnTo>
                    <a:pt x="3108172" y="6070600"/>
                  </a:lnTo>
                  <a:lnTo>
                    <a:pt x="3099828" y="6083300"/>
                  </a:lnTo>
                  <a:close/>
                </a:path>
                <a:path w="3215004" h="6096000">
                  <a:moveTo>
                    <a:pt x="3055137" y="6096000"/>
                  </a:moveTo>
                  <a:lnTo>
                    <a:pt x="160007" y="6096000"/>
                  </a:lnTo>
                  <a:lnTo>
                    <a:pt x="150710" y="6083300"/>
                  </a:lnTo>
                  <a:lnTo>
                    <a:pt x="3064421" y="6083300"/>
                  </a:lnTo>
                  <a:lnTo>
                    <a:pt x="3055137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7990713" y="3130334"/>
            <a:ext cx="3215005" cy="6096000"/>
            <a:chOff x="7990713" y="3130334"/>
            <a:chExt cx="3215005" cy="6096000"/>
          </a:xfrm>
        </p:grpSpPr>
        <p:sp>
          <p:nvSpPr>
            <p:cNvPr id="9" name="object 9"/>
            <p:cNvSpPr/>
            <p:nvPr/>
          </p:nvSpPr>
          <p:spPr>
            <a:xfrm>
              <a:off x="7995475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58" y="6088799"/>
                  </a:moveTo>
                  <a:lnTo>
                    <a:pt x="183845" y="6088799"/>
                  </a:lnTo>
                  <a:lnTo>
                    <a:pt x="134975" y="6082232"/>
                  </a:lnTo>
                  <a:lnTo>
                    <a:pt x="91059" y="6063699"/>
                  </a:lnTo>
                  <a:lnTo>
                    <a:pt x="53851" y="6034952"/>
                  </a:lnTo>
                  <a:lnTo>
                    <a:pt x="25102" y="5997744"/>
                  </a:lnTo>
                  <a:lnTo>
                    <a:pt x="6567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7" y="134971"/>
                  </a:lnTo>
                  <a:lnTo>
                    <a:pt x="25102" y="91054"/>
                  </a:lnTo>
                  <a:lnTo>
                    <a:pt x="53851" y="53846"/>
                  </a:lnTo>
                  <a:lnTo>
                    <a:pt x="91059" y="25099"/>
                  </a:lnTo>
                  <a:lnTo>
                    <a:pt x="134975" y="6567"/>
                  </a:lnTo>
                  <a:lnTo>
                    <a:pt x="183845" y="0"/>
                  </a:lnTo>
                  <a:lnTo>
                    <a:pt x="3021558" y="0"/>
                  </a:lnTo>
                  <a:lnTo>
                    <a:pt x="3070427" y="6567"/>
                  </a:lnTo>
                  <a:lnTo>
                    <a:pt x="3114340" y="25099"/>
                  </a:lnTo>
                  <a:lnTo>
                    <a:pt x="3151546" y="53846"/>
                  </a:lnTo>
                  <a:lnTo>
                    <a:pt x="3180291" y="91054"/>
                  </a:lnTo>
                  <a:lnTo>
                    <a:pt x="3198824" y="134971"/>
                  </a:lnTo>
                  <a:lnTo>
                    <a:pt x="3205391" y="183845"/>
                  </a:lnTo>
                  <a:lnTo>
                    <a:pt x="3205391" y="5904953"/>
                  </a:lnTo>
                  <a:lnTo>
                    <a:pt x="3198824" y="5953827"/>
                  </a:lnTo>
                  <a:lnTo>
                    <a:pt x="3180291" y="5997744"/>
                  </a:lnTo>
                  <a:lnTo>
                    <a:pt x="3151546" y="6034952"/>
                  </a:lnTo>
                  <a:lnTo>
                    <a:pt x="3114340" y="6063699"/>
                  </a:lnTo>
                  <a:lnTo>
                    <a:pt x="3070427" y="6082232"/>
                  </a:lnTo>
                  <a:lnTo>
                    <a:pt x="3021558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990713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400" y="12700"/>
                  </a:moveTo>
                  <a:lnTo>
                    <a:pt x="115087" y="12700"/>
                  </a:lnTo>
                  <a:lnTo>
                    <a:pt x="123647" y="0"/>
                  </a:lnTo>
                  <a:lnTo>
                    <a:pt x="161455" y="0"/>
                  </a:lnTo>
                  <a:lnTo>
                    <a:pt x="152400" y="12700"/>
                  </a:lnTo>
                  <a:close/>
                </a:path>
                <a:path w="3215004" h="6096000">
                  <a:moveTo>
                    <a:pt x="3099625" y="12700"/>
                  </a:moveTo>
                  <a:lnTo>
                    <a:pt x="3062528" y="12700"/>
                  </a:lnTo>
                  <a:lnTo>
                    <a:pt x="3053473" y="0"/>
                  </a:lnTo>
                  <a:lnTo>
                    <a:pt x="3091053" y="0"/>
                  </a:lnTo>
                  <a:lnTo>
                    <a:pt x="3099625" y="12700"/>
                  </a:lnTo>
                  <a:close/>
                </a:path>
                <a:path w="3215004" h="6096000">
                  <a:moveTo>
                    <a:pt x="110870" y="25400"/>
                  </a:moveTo>
                  <a:lnTo>
                    <a:pt x="90716" y="25400"/>
                  </a:lnTo>
                  <a:lnTo>
                    <a:pt x="98602" y="12700"/>
                  </a:lnTo>
                  <a:lnTo>
                    <a:pt x="119011" y="12700"/>
                  </a:lnTo>
                  <a:lnTo>
                    <a:pt x="110870" y="25400"/>
                  </a:lnTo>
                  <a:close/>
                </a:path>
                <a:path w="3215004" h="6096000">
                  <a:moveTo>
                    <a:pt x="3124022" y="25400"/>
                  </a:moveTo>
                  <a:lnTo>
                    <a:pt x="3104057" y="25400"/>
                  </a:lnTo>
                  <a:lnTo>
                    <a:pt x="3095917" y="12700"/>
                  </a:lnTo>
                  <a:lnTo>
                    <a:pt x="3116122" y="12700"/>
                  </a:lnTo>
                  <a:lnTo>
                    <a:pt x="3124022" y="25400"/>
                  </a:lnTo>
                  <a:close/>
                </a:path>
                <a:path w="3215004" h="6096000">
                  <a:moveTo>
                    <a:pt x="88391" y="38100"/>
                  </a:moveTo>
                  <a:lnTo>
                    <a:pt x="68732" y="38100"/>
                  </a:lnTo>
                  <a:lnTo>
                    <a:pt x="75857" y="25400"/>
                  </a:lnTo>
                  <a:lnTo>
                    <a:pt x="95846" y="25400"/>
                  </a:lnTo>
                  <a:lnTo>
                    <a:pt x="88391" y="38100"/>
                  </a:lnTo>
                  <a:close/>
                </a:path>
                <a:path w="3215004" h="6096000">
                  <a:moveTo>
                    <a:pt x="3146374" y="38100"/>
                  </a:moveTo>
                  <a:lnTo>
                    <a:pt x="3126536" y="38100"/>
                  </a:lnTo>
                  <a:lnTo>
                    <a:pt x="3119069" y="25400"/>
                  </a:lnTo>
                  <a:lnTo>
                    <a:pt x="3139249" y="25400"/>
                  </a:lnTo>
                  <a:lnTo>
                    <a:pt x="3146374" y="38100"/>
                  </a:lnTo>
                  <a:close/>
                </a:path>
                <a:path w="3215004" h="6096000">
                  <a:moveTo>
                    <a:pt x="68122" y="50800"/>
                  </a:moveTo>
                  <a:lnTo>
                    <a:pt x="55168" y="50800"/>
                  </a:lnTo>
                  <a:lnTo>
                    <a:pt x="61887" y="38100"/>
                  </a:lnTo>
                  <a:lnTo>
                    <a:pt x="74790" y="38100"/>
                  </a:lnTo>
                  <a:lnTo>
                    <a:pt x="68122" y="50800"/>
                  </a:lnTo>
                  <a:close/>
                </a:path>
                <a:path w="3215004" h="6096000">
                  <a:moveTo>
                    <a:pt x="3159759" y="50800"/>
                  </a:moveTo>
                  <a:lnTo>
                    <a:pt x="3146805" y="50800"/>
                  </a:lnTo>
                  <a:lnTo>
                    <a:pt x="3140138" y="38100"/>
                  </a:lnTo>
                  <a:lnTo>
                    <a:pt x="3153219" y="38100"/>
                  </a:lnTo>
                  <a:lnTo>
                    <a:pt x="3159759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54" y="63500"/>
                  </a:lnTo>
                  <a:lnTo>
                    <a:pt x="49085" y="50800"/>
                  </a:lnTo>
                  <a:lnTo>
                    <a:pt x="62064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26" y="63500"/>
                  </a:moveTo>
                  <a:lnTo>
                    <a:pt x="3158947" y="63500"/>
                  </a:lnTo>
                  <a:lnTo>
                    <a:pt x="3152863" y="50800"/>
                  </a:lnTo>
                  <a:lnTo>
                    <a:pt x="3165995" y="50800"/>
                  </a:lnTo>
                  <a:lnTo>
                    <a:pt x="3171926" y="63500"/>
                  </a:lnTo>
                  <a:close/>
                </a:path>
                <a:path w="3215004" h="6096000">
                  <a:moveTo>
                    <a:pt x="20358" y="127000"/>
                  </a:moveTo>
                  <a:lnTo>
                    <a:pt x="20434" y="114300"/>
                  </a:lnTo>
                  <a:lnTo>
                    <a:pt x="14782" y="114300"/>
                  </a:lnTo>
                  <a:lnTo>
                    <a:pt x="18554" y="101600"/>
                  </a:lnTo>
                  <a:lnTo>
                    <a:pt x="22720" y="88900"/>
                  </a:lnTo>
                  <a:lnTo>
                    <a:pt x="27254" y="88900"/>
                  </a:lnTo>
                  <a:lnTo>
                    <a:pt x="32156" y="76200"/>
                  </a:lnTo>
                  <a:lnTo>
                    <a:pt x="37414" y="63500"/>
                  </a:lnTo>
                  <a:lnTo>
                    <a:pt x="50495" y="63500"/>
                  </a:lnTo>
                  <a:lnTo>
                    <a:pt x="45034" y="76200"/>
                  </a:lnTo>
                  <a:lnTo>
                    <a:pt x="40170" y="76200"/>
                  </a:lnTo>
                  <a:lnTo>
                    <a:pt x="35509" y="88900"/>
                  </a:lnTo>
                  <a:lnTo>
                    <a:pt x="31191" y="101600"/>
                  </a:lnTo>
                  <a:lnTo>
                    <a:pt x="27241" y="101600"/>
                  </a:lnTo>
                  <a:lnTo>
                    <a:pt x="23647" y="114300"/>
                  </a:lnTo>
                  <a:lnTo>
                    <a:pt x="20358" y="127000"/>
                  </a:lnTo>
                  <a:close/>
                </a:path>
                <a:path w="3215004" h="6096000">
                  <a:moveTo>
                    <a:pt x="3194570" y="127000"/>
                  </a:moveTo>
                  <a:lnTo>
                    <a:pt x="3191370" y="114300"/>
                  </a:lnTo>
                  <a:lnTo>
                    <a:pt x="3187788" y="101600"/>
                  </a:lnTo>
                  <a:lnTo>
                    <a:pt x="3183839" y="101600"/>
                  </a:lnTo>
                  <a:lnTo>
                    <a:pt x="3179533" y="88900"/>
                  </a:lnTo>
                  <a:lnTo>
                    <a:pt x="3174745" y="76200"/>
                  </a:lnTo>
                  <a:lnTo>
                    <a:pt x="3169894" y="76200"/>
                  </a:lnTo>
                  <a:lnTo>
                    <a:pt x="3164433" y="63500"/>
                  </a:lnTo>
                  <a:lnTo>
                    <a:pt x="3177514" y="63500"/>
                  </a:lnTo>
                  <a:lnTo>
                    <a:pt x="3182645" y="76200"/>
                  </a:lnTo>
                  <a:lnTo>
                    <a:pt x="3187547" y="88900"/>
                  </a:lnTo>
                  <a:lnTo>
                    <a:pt x="3192094" y="88900"/>
                  </a:lnTo>
                  <a:lnTo>
                    <a:pt x="3196272" y="101600"/>
                  </a:lnTo>
                  <a:lnTo>
                    <a:pt x="3200145" y="114300"/>
                  </a:lnTo>
                  <a:lnTo>
                    <a:pt x="3194494" y="114300"/>
                  </a:lnTo>
                  <a:lnTo>
                    <a:pt x="3194570" y="127000"/>
                  </a:lnTo>
                  <a:close/>
                </a:path>
                <a:path w="3215004" h="6096000">
                  <a:moveTo>
                    <a:pt x="13144" y="152400"/>
                  </a:moveTo>
                  <a:lnTo>
                    <a:pt x="13195" y="139700"/>
                  </a:lnTo>
                  <a:lnTo>
                    <a:pt x="5918" y="139700"/>
                  </a:lnTo>
                  <a:lnTo>
                    <a:pt x="8521" y="127000"/>
                  </a:lnTo>
                  <a:lnTo>
                    <a:pt x="11417" y="114300"/>
                  </a:lnTo>
                  <a:lnTo>
                    <a:pt x="20434" y="114300"/>
                  </a:lnTo>
                  <a:lnTo>
                    <a:pt x="17614" y="127000"/>
                  </a:lnTo>
                  <a:lnTo>
                    <a:pt x="15201" y="139700"/>
                  </a:lnTo>
                  <a:lnTo>
                    <a:pt x="13144" y="152400"/>
                  </a:lnTo>
                  <a:close/>
                </a:path>
                <a:path w="3215004" h="6096000">
                  <a:moveTo>
                    <a:pt x="3201784" y="152400"/>
                  </a:moveTo>
                  <a:lnTo>
                    <a:pt x="3199790" y="139700"/>
                  </a:lnTo>
                  <a:lnTo>
                    <a:pt x="3197377" y="127000"/>
                  </a:lnTo>
                  <a:lnTo>
                    <a:pt x="3194494" y="114300"/>
                  </a:lnTo>
                  <a:lnTo>
                    <a:pt x="3203435" y="114300"/>
                  </a:lnTo>
                  <a:lnTo>
                    <a:pt x="3206407" y="127000"/>
                  </a:lnTo>
                  <a:lnTo>
                    <a:pt x="3208947" y="139700"/>
                  </a:lnTo>
                  <a:lnTo>
                    <a:pt x="3201733" y="139700"/>
                  </a:lnTo>
                  <a:lnTo>
                    <a:pt x="3201784" y="152400"/>
                  </a:lnTo>
                  <a:close/>
                </a:path>
                <a:path w="3215004" h="6096000">
                  <a:moveTo>
                    <a:pt x="9766" y="177800"/>
                  </a:moveTo>
                  <a:lnTo>
                    <a:pt x="241" y="177800"/>
                  </a:lnTo>
                  <a:lnTo>
                    <a:pt x="965" y="165100"/>
                  </a:lnTo>
                  <a:lnTo>
                    <a:pt x="2158" y="152400"/>
                  </a:lnTo>
                  <a:lnTo>
                    <a:pt x="3809" y="139700"/>
                  </a:lnTo>
                  <a:lnTo>
                    <a:pt x="13195" y="139700"/>
                  </a:lnTo>
                  <a:lnTo>
                    <a:pt x="11607" y="152400"/>
                  </a:lnTo>
                  <a:lnTo>
                    <a:pt x="10464" y="165100"/>
                  </a:lnTo>
                  <a:lnTo>
                    <a:pt x="9766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75" y="177800"/>
                  </a:lnTo>
                  <a:lnTo>
                    <a:pt x="3204489" y="165100"/>
                  </a:lnTo>
                  <a:lnTo>
                    <a:pt x="3203346" y="152400"/>
                  </a:lnTo>
                  <a:lnTo>
                    <a:pt x="3201733" y="139700"/>
                  </a:lnTo>
                  <a:lnTo>
                    <a:pt x="3211067" y="139700"/>
                  </a:lnTo>
                  <a:lnTo>
                    <a:pt x="3212731" y="152400"/>
                  </a:lnTo>
                  <a:lnTo>
                    <a:pt x="3213938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53" y="5918200"/>
                  </a:moveTo>
                  <a:lnTo>
                    <a:pt x="253" y="5918200"/>
                  </a:lnTo>
                  <a:lnTo>
                    <a:pt x="12" y="5905500"/>
                  </a:lnTo>
                  <a:lnTo>
                    <a:pt x="0" y="177800"/>
                  </a:lnTo>
                  <a:lnTo>
                    <a:pt x="9525" y="177800"/>
                  </a:lnTo>
                  <a:lnTo>
                    <a:pt x="9525" y="5905500"/>
                  </a:lnTo>
                  <a:lnTo>
                    <a:pt x="9753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62" y="5918200"/>
                  </a:lnTo>
                  <a:lnTo>
                    <a:pt x="3205391" y="5905500"/>
                  </a:lnTo>
                  <a:lnTo>
                    <a:pt x="3205391" y="177800"/>
                  </a:lnTo>
                  <a:lnTo>
                    <a:pt x="3214916" y="177800"/>
                  </a:lnTo>
                  <a:lnTo>
                    <a:pt x="3214916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043" y="6007100"/>
                  </a:moveTo>
                  <a:lnTo>
                    <a:pt x="27254" y="6007100"/>
                  </a:lnTo>
                  <a:lnTo>
                    <a:pt x="22834" y="5994400"/>
                  </a:lnTo>
                  <a:lnTo>
                    <a:pt x="18656" y="5981700"/>
                  </a:lnTo>
                  <a:lnTo>
                    <a:pt x="14871" y="5981700"/>
                  </a:lnTo>
                  <a:lnTo>
                    <a:pt x="11493" y="5969000"/>
                  </a:lnTo>
                  <a:lnTo>
                    <a:pt x="8521" y="5956300"/>
                  </a:lnTo>
                  <a:lnTo>
                    <a:pt x="5981" y="5956300"/>
                  </a:lnTo>
                  <a:lnTo>
                    <a:pt x="3860" y="5943600"/>
                  </a:lnTo>
                  <a:lnTo>
                    <a:pt x="2197" y="5930900"/>
                  </a:lnTo>
                  <a:lnTo>
                    <a:pt x="990" y="5918200"/>
                  </a:lnTo>
                  <a:lnTo>
                    <a:pt x="10439" y="5918200"/>
                  </a:lnTo>
                  <a:lnTo>
                    <a:pt x="11569" y="5930900"/>
                  </a:lnTo>
                  <a:lnTo>
                    <a:pt x="13144" y="5943600"/>
                  </a:lnTo>
                  <a:lnTo>
                    <a:pt x="15138" y="5943600"/>
                  </a:lnTo>
                  <a:lnTo>
                    <a:pt x="17551" y="5956300"/>
                  </a:lnTo>
                  <a:lnTo>
                    <a:pt x="20358" y="5969000"/>
                  </a:lnTo>
                  <a:lnTo>
                    <a:pt x="23558" y="5969000"/>
                  </a:lnTo>
                  <a:lnTo>
                    <a:pt x="27139" y="5981700"/>
                  </a:lnTo>
                  <a:lnTo>
                    <a:pt x="31089" y="5994400"/>
                  </a:lnTo>
                  <a:lnTo>
                    <a:pt x="35394" y="5994400"/>
                  </a:lnTo>
                  <a:lnTo>
                    <a:pt x="40043" y="6007100"/>
                  </a:lnTo>
                  <a:close/>
                </a:path>
                <a:path w="3215004" h="6096000">
                  <a:moveTo>
                    <a:pt x="3187674" y="6007100"/>
                  </a:moveTo>
                  <a:lnTo>
                    <a:pt x="3174745" y="6007100"/>
                  </a:lnTo>
                  <a:lnTo>
                    <a:pt x="3179419" y="5994400"/>
                  </a:lnTo>
                  <a:lnTo>
                    <a:pt x="3183724" y="5994400"/>
                  </a:lnTo>
                  <a:lnTo>
                    <a:pt x="3187687" y="5981700"/>
                  </a:lnTo>
                  <a:lnTo>
                    <a:pt x="3191281" y="5969000"/>
                  </a:lnTo>
                  <a:lnTo>
                    <a:pt x="3194494" y="5969000"/>
                  </a:lnTo>
                  <a:lnTo>
                    <a:pt x="3197313" y="5956300"/>
                  </a:lnTo>
                  <a:lnTo>
                    <a:pt x="3199726" y="5943600"/>
                  </a:lnTo>
                  <a:lnTo>
                    <a:pt x="3201733" y="5943600"/>
                  </a:lnTo>
                  <a:lnTo>
                    <a:pt x="3203320" y="5930900"/>
                  </a:lnTo>
                  <a:lnTo>
                    <a:pt x="3204463" y="5918200"/>
                  </a:lnTo>
                  <a:lnTo>
                    <a:pt x="3213963" y="5918200"/>
                  </a:lnTo>
                  <a:lnTo>
                    <a:pt x="3212769" y="5930900"/>
                  </a:lnTo>
                  <a:lnTo>
                    <a:pt x="3211067" y="5943600"/>
                  </a:lnTo>
                  <a:lnTo>
                    <a:pt x="3209010" y="5956300"/>
                  </a:lnTo>
                  <a:lnTo>
                    <a:pt x="3206407" y="5956300"/>
                  </a:lnTo>
                  <a:lnTo>
                    <a:pt x="3203511" y="5969000"/>
                  </a:lnTo>
                  <a:lnTo>
                    <a:pt x="3200145" y="5981700"/>
                  </a:lnTo>
                  <a:lnTo>
                    <a:pt x="3196374" y="5981700"/>
                  </a:lnTo>
                  <a:lnTo>
                    <a:pt x="3192208" y="5994400"/>
                  </a:lnTo>
                  <a:lnTo>
                    <a:pt x="3187674" y="6007100"/>
                  </a:lnTo>
                  <a:close/>
                </a:path>
                <a:path w="3215004" h="6096000">
                  <a:moveTo>
                    <a:pt x="50495" y="6019800"/>
                  </a:moveTo>
                  <a:lnTo>
                    <a:pt x="37541" y="6019800"/>
                  </a:lnTo>
                  <a:lnTo>
                    <a:pt x="32283" y="6007100"/>
                  </a:lnTo>
                  <a:lnTo>
                    <a:pt x="45034" y="6007100"/>
                  </a:lnTo>
                  <a:lnTo>
                    <a:pt x="50495" y="6019800"/>
                  </a:lnTo>
                  <a:close/>
                </a:path>
                <a:path w="3215004" h="6096000">
                  <a:moveTo>
                    <a:pt x="3177374" y="6019800"/>
                  </a:moveTo>
                  <a:lnTo>
                    <a:pt x="3164433" y="6019800"/>
                  </a:lnTo>
                  <a:lnTo>
                    <a:pt x="3169894" y="6007100"/>
                  </a:lnTo>
                  <a:lnTo>
                    <a:pt x="3182772" y="6007100"/>
                  </a:lnTo>
                  <a:lnTo>
                    <a:pt x="3177374" y="6019800"/>
                  </a:lnTo>
                  <a:close/>
                </a:path>
                <a:path w="3215004" h="6096000">
                  <a:moveTo>
                    <a:pt x="62064" y="6032500"/>
                  </a:moveTo>
                  <a:lnTo>
                    <a:pt x="48933" y="6032500"/>
                  </a:lnTo>
                  <a:lnTo>
                    <a:pt x="43002" y="6019800"/>
                  </a:lnTo>
                  <a:lnTo>
                    <a:pt x="55968" y="6019800"/>
                  </a:lnTo>
                  <a:lnTo>
                    <a:pt x="62064" y="6032500"/>
                  </a:lnTo>
                  <a:close/>
                </a:path>
                <a:path w="3215004" h="6096000">
                  <a:moveTo>
                    <a:pt x="3165843" y="6032500"/>
                  </a:moveTo>
                  <a:lnTo>
                    <a:pt x="3152863" y="6032500"/>
                  </a:lnTo>
                  <a:lnTo>
                    <a:pt x="3158947" y="6019800"/>
                  </a:lnTo>
                  <a:lnTo>
                    <a:pt x="3171774" y="6019800"/>
                  </a:lnTo>
                  <a:lnTo>
                    <a:pt x="3165843" y="6032500"/>
                  </a:lnTo>
                  <a:close/>
                </a:path>
                <a:path w="3215004" h="6096000">
                  <a:moveTo>
                    <a:pt x="74790" y="6045200"/>
                  </a:moveTo>
                  <a:lnTo>
                    <a:pt x="61709" y="6045200"/>
                  </a:lnTo>
                  <a:lnTo>
                    <a:pt x="55168" y="6032500"/>
                  </a:lnTo>
                  <a:lnTo>
                    <a:pt x="68122" y="6032500"/>
                  </a:lnTo>
                  <a:lnTo>
                    <a:pt x="74790" y="6045200"/>
                  </a:lnTo>
                  <a:close/>
                </a:path>
                <a:path w="3215004" h="6096000">
                  <a:moveTo>
                    <a:pt x="3153041" y="6045200"/>
                  </a:moveTo>
                  <a:lnTo>
                    <a:pt x="3140138" y="6045200"/>
                  </a:lnTo>
                  <a:lnTo>
                    <a:pt x="3146805" y="6032500"/>
                  </a:lnTo>
                  <a:lnTo>
                    <a:pt x="3159759" y="6032500"/>
                  </a:lnTo>
                  <a:lnTo>
                    <a:pt x="3153041" y="6045200"/>
                  </a:lnTo>
                  <a:close/>
                </a:path>
                <a:path w="3215004" h="6096000">
                  <a:moveTo>
                    <a:pt x="88582" y="6057900"/>
                  </a:moveTo>
                  <a:lnTo>
                    <a:pt x="75666" y="6057900"/>
                  </a:lnTo>
                  <a:lnTo>
                    <a:pt x="68554" y="6045200"/>
                  </a:lnTo>
                  <a:lnTo>
                    <a:pt x="81381" y="6045200"/>
                  </a:lnTo>
                  <a:lnTo>
                    <a:pt x="88582" y="6057900"/>
                  </a:lnTo>
                  <a:close/>
                </a:path>
                <a:path w="3215004" h="6096000">
                  <a:moveTo>
                    <a:pt x="3139249" y="6057900"/>
                  </a:moveTo>
                  <a:lnTo>
                    <a:pt x="3126346" y="6057900"/>
                  </a:lnTo>
                  <a:lnTo>
                    <a:pt x="3133547" y="6045200"/>
                  </a:lnTo>
                  <a:lnTo>
                    <a:pt x="3146196" y="6045200"/>
                  </a:lnTo>
                  <a:lnTo>
                    <a:pt x="3139249" y="6057900"/>
                  </a:lnTo>
                  <a:close/>
                </a:path>
                <a:path w="3215004" h="6096000">
                  <a:moveTo>
                    <a:pt x="111074" y="6070600"/>
                  </a:moveTo>
                  <a:lnTo>
                    <a:pt x="90906" y="6070600"/>
                  </a:lnTo>
                  <a:lnTo>
                    <a:pt x="83248" y="6057900"/>
                  </a:lnTo>
                  <a:lnTo>
                    <a:pt x="103149" y="6057900"/>
                  </a:lnTo>
                  <a:lnTo>
                    <a:pt x="111074" y="6070600"/>
                  </a:lnTo>
                  <a:close/>
                </a:path>
                <a:path w="3215004" h="6096000">
                  <a:moveTo>
                    <a:pt x="3124212" y="6070600"/>
                  </a:moveTo>
                  <a:lnTo>
                    <a:pt x="3103854" y="6070600"/>
                  </a:lnTo>
                  <a:lnTo>
                    <a:pt x="3111779" y="6057900"/>
                  </a:lnTo>
                  <a:lnTo>
                    <a:pt x="3131858" y="6057900"/>
                  </a:lnTo>
                  <a:lnTo>
                    <a:pt x="3124212" y="6070600"/>
                  </a:lnTo>
                  <a:close/>
                </a:path>
                <a:path w="3215004" h="6096000">
                  <a:moveTo>
                    <a:pt x="152628" y="6083300"/>
                  </a:moveTo>
                  <a:lnTo>
                    <a:pt x="115303" y="6083300"/>
                  </a:lnTo>
                  <a:lnTo>
                    <a:pt x="106946" y="6070600"/>
                  </a:lnTo>
                  <a:lnTo>
                    <a:pt x="143738" y="6070600"/>
                  </a:lnTo>
                  <a:lnTo>
                    <a:pt x="152628" y="6083300"/>
                  </a:lnTo>
                  <a:close/>
                </a:path>
                <a:path w="3215004" h="6096000">
                  <a:moveTo>
                    <a:pt x="3099841" y="6083300"/>
                  </a:moveTo>
                  <a:lnTo>
                    <a:pt x="3062300" y="6083300"/>
                  </a:lnTo>
                  <a:lnTo>
                    <a:pt x="3071190" y="6070600"/>
                  </a:lnTo>
                  <a:lnTo>
                    <a:pt x="3108185" y="6070600"/>
                  </a:lnTo>
                  <a:lnTo>
                    <a:pt x="3099841" y="6083300"/>
                  </a:lnTo>
                  <a:close/>
                </a:path>
                <a:path w="3215004" h="6096000">
                  <a:moveTo>
                    <a:pt x="3055150" y="6096000"/>
                  </a:moveTo>
                  <a:lnTo>
                    <a:pt x="160007" y="6096000"/>
                  </a:lnTo>
                  <a:lnTo>
                    <a:pt x="150723" y="6083300"/>
                  </a:lnTo>
                  <a:lnTo>
                    <a:pt x="3064433" y="6083300"/>
                  </a:lnTo>
                  <a:lnTo>
                    <a:pt x="3055150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724741" y="617397"/>
            <a:ext cx="5822721" cy="394351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1158880" y="575551"/>
            <a:ext cx="19050" cy="2014220"/>
          </a:xfrm>
          <a:custGeom>
            <a:avLst/>
            <a:gdLst/>
            <a:ahLst/>
            <a:cxnLst/>
            <a:rect l="l" t="t" r="r" b="b"/>
            <a:pathLst>
              <a:path w="19050" h="2014220">
                <a:moveTo>
                  <a:pt x="19050" y="2013597"/>
                </a:moveTo>
                <a:lnTo>
                  <a:pt x="0" y="2013597"/>
                </a:lnTo>
                <a:lnTo>
                  <a:pt x="0" y="0"/>
                </a:lnTo>
                <a:lnTo>
                  <a:pt x="19050" y="0"/>
                </a:lnTo>
                <a:lnTo>
                  <a:pt x="19050" y="2013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4741" y="4992052"/>
            <a:ext cx="5822721" cy="394352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35140" y="1703400"/>
            <a:ext cx="413969" cy="41396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25791" y="3322243"/>
            <a:ext cx="260223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500" spc="-14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EXTERNAL</a:t>
            </a:r>
            <a:r>
              <a:rPr sz="150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6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MAINTENANCE </a:t>
            </a:r>
            <a:r>
              <a:rPr sz="1500" spc="-1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50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外围护体系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5791" y="4402378"/>
            <a:ext cx="2890520" cy="46234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锌钢结构框架体系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55" dirty="0">
                <a:latin typeface="宋体" panose="02010600030101010101" pitchFamily="2" charset="-122"/>
                <a:cs typeface="宋体" panose="02010600030101010101" pitchFamily="2" charset="-122"/>
              </a:rPr>
              <a:t>氟碳喷涂铝合金外壳模块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67310" algn="just">
              <a:lnSpc>
                <a:spcPct val="118000"/>
              </a:lnSpc>
            </a:pPr>
            <a:r>
              <a:rPr sz="1500" spc="60" dirty="0">
                <a:latin typeface="宋体" panose="02010600030101010101" pitchFamily="2" charset="-122"/>
                <a:cs typeface="宋体" panose="02010600030101010101" pitchFamily="2" charset="-122"/>
              </a:rPr>
              <a:t>保温防水防潮构造体系中央钢化玻璃门窗中央夹胶钢化玻璃天窗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不锈钢入户门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35" dirty="0">
                <a:latin typeface="宋体" panose="02010600030101010101" pitchFamily="2" charset="-122"/>
                <a:cs typeface="宋体" panose="02010600030101010101" pitchFamily="2" charset="-122"/>
              </a:rPr>
              <a:t>全景阳台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37795">
              <a:lnSpc>
                <a:spcPts val="2130"/>
              </a:lnSpc>
              <a:spcBef>
                <a:spcPts val="120"/>
              </a:spcBef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Galvanized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steel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frame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system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Fluorocarbon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sprayed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aluminum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alloy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shell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module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Insulation,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waterproof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moisture-</a:t>
            </a:r>
            <a:r>
              <a:rPr sz="1500" spc="10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proof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structural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system Central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738505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tempered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doors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windows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7150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Central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laminated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tempered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glass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skylight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Stainless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steel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entrance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door</a:t>
            </a:r>
            <a:r>
              <a:rPr sz="15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Panoramic</a:t>
            </a:r>
            <a:r>
              <a:rPr sz="15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balcony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31233" y="3324148"/>
            <a:ext cx="2477135" cy="5626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1500" spc="-12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EINTERIOR</a:t>
            </a:r>
            <a:r>
              <a:rPr sz="1500" spc="-4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5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DECORATION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45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室内精装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31233" y="4131233"/>
            <a:ext cx="3084195" cy="48945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00" dirty="0">
                <a:latin typeface="宋体" panose="02010600030101010101" pitchFamily="2" charset="-122"/>
                <a:cs typeface="宋体" panose="02010600030101010101" pitchFamily="2" charset="-122"/>
              </a:rPr>
              <a:t>标准色集成天花、 墙面、 模块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18000"/>
              </a:lnSpc>
            </a:pPr>
            <a:r>
              <a:rPr sz="1500" spc="20" dirty="0">
                <a:latin typeface="宋体" panose="02010600030101010101" pitchFamily="2" charset="-122"/>
                <a:cs typeface="宋体" panose="02010600030101010101" pitchFamily="2" charset="-122"/>
              </a:rPr>
              <a:t>环保木地板、 卫生间隐私玻璃门、</a:t>
            </a:r>
            <a:r>
              <a:rPr sz="1500" spc="25" dirty="0">
                <a:latin typeface="宋体" panose="02010600030101010101" pitchFamily="2" charset="-122"/>
                <a:cs typeface="宋体" panose="02010600030101010101" pitchFamily="2" charset="-122"/>
              </a:rPr>
              <a:t>卫生间大理石、瓷砖地面、 定制</a:t>
            </a:r>
            <a:r>
              <a:rPr sz="1500" spc="-5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洗手台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台盘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10" dirty="0">
                <a:latin typeface="宋体" panose="02010600030101010101" pitchFamily="2" charset="-122"/>
                <a:cs typeface="宋体" panose="02010600030101010101" pitchFamily="2" charset="-122"/>
              </a:rPr>
              <a:t>卫浴镜、 马桶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10" dirty="0">
                <a:latin typeface="宋体" panose="02010600030101010101" pitchFamily="2" charset="-122"/>
                <a:cs typeface="宋体" panose="02010600030101010101" pitchFamily="2" charset="-122"/>
              </a:rPr>
              <a:t>龙头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87325">
              <a:lnSpc>
                <a:spcPct val="118000"/>
              </a:lnSpc>
            </a:pP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dirty="0">
                <a:latin typeface="宋体" panose="02010600030101010101" pitchFamily="2" charset="-122"/>
                <a:cs typeface="宋体" panose="02010600030101010101" pitchFamily="2" charset="-122"/>
              </a:rPr>
              <a:t>花洒、 吧台、 全屋照明系统、</a:t>
            </a:r>
            <a:r>
              <a:rPr sz="1500" spc="15" dirty="0">
                <a:latin typeface="宋体" panose="02010600030101010101" pitchFamily="2" charset="-122"/>
                <a:cs typeface="宋体" panose="02010600030101010101" pitchFamily="2" charset="-122"/>
              </a:rPr>
              <a:t>全屋水电系统、 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2P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美的变频冷暖</a:t>
            </a:r>
            <a:r>
              <a:rPr sz="1500" spc="-10" dirty="0">
                <a:latin typeface="宋体" panose="02010600030101010101" pitchFamily="2" charset="-122"/>
                <a:cs typeface="宋体" panose="02010600030101010101" pitchFamily="2" charset="-122"/>
              </a:rPr>
              <a:t>空调、 热水器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320040">
              <a:lnSpc>
                <a:spcPct val="118000"/>
              </a:lnSpc>
            </a:pP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color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ceiling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wall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modules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Environmentally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friendly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wooden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floor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Bathroom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privacy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door</a:t>
            </a:r>
            <a:r>
              <a:rPr sz="1500" spc="-210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Bathroom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marble/ceramic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floor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Customized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sink/table/bathroom</a:t>
            </a:r>
            <a:r>
              <a:rPr sz="15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mirror</a:t>
            </a:r>
            <a:r>
              <a:rPr sz="1500" spc="-50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55" dirty="0">
                <a:latin typeface="Times New Roman" panose="02020603050405020304"/>
                <a:cs typeface="Times New Roman" panose="02020603050405020304"/>
              </a:rPr>
              <a:t>Toilet/faucet/shower</a:t>
            </a:r>
            <a:r>
              <a:rPr sz="1500" spc="-12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Bar</a:t>
            </a:r>
            <a:r>
              <a:rPr sz="1500" spc="-35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Whole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house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lighting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-22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Whole 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house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electricity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2P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Midea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variable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frequency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heating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cooling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air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conditioner</a:t>
            </a:r>
            <a:r>
              <a:rPr sz="1500" spc="-35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-60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heater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36673" y="3297289"/>
            <a:ext cx="218440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500" spc="-8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CUSTOMER</a:t>
            </a:r>
            <a:r>
              <a:rPr sz="1500" spc="-6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7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CONTROL </a:t>
            </a:r>
            <a:r>
              <a:rPr sz="1500" spc="-1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45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客控系统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36673" y="4376153"/>
            <a:ext cx="2534285" cy="2190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13055">
              <a:lnSpc>
                <a:spcPct val="118000"/>
              </a:lnSpc>
              <a:spcBef>
                <a:spcPts val="95"/>
              </a:spcBef>
            </a:pP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插卡取电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取卡断电面板</a:t>
            </a:r>
            <a:r>
              <a:rPr sz="1500" spc="55" dirty="0">
                <a:latin typeface="宋体" panose="02010600030101010101" pitchFamily="2" charset="-122"/>
                <a:cs typeface="宋体" panose="02010600030101010101" pitchFamily="2" charset="-122"/>
              </a:rPr>
              <a:t>多情景模式功能面板照明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照明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窗帘智能集成控制全屋智能语音控制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手机智能门禁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51130">
              <a:lnSpc>
                <a:spcPts val="2130"/>
              </a:lnSpc>
              <a:spcBef>
                <a:spcPts val="125"/>
              </a:spcBef>
            </a:pPr>
            <a:r>
              <a:rPr sz="1500" spc="50" dirty="0">
                <a:latin typeface="Times New Roman" panose="02020603050405020304"/>
                <a:cs typeface="Times New Roman" panose="02020603050405020304"/>
              </a:rPr>
              <a:t>Card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insertion/card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removal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15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off</a:t>
            </a:r>
            <a:r>
              <a:rPr sz="15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panel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500" spc="60" dirty="0">
                <a:latin typeface="Times New Roman" panose="02020603050405020304"/>
                <a:cs typeface="Times New Roman" panose="02020603050405020304"/>
              </a:rPr>
              <a:t>Multi-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scenario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mode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function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36673" y="6540868"/>
            <a:ext cx="2717800" cy="19189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  <a:tabLst>
                <a:tab pos="747395" algn="l"/>
              </a:tabLst>
            </a:pPr>
            <a:r>
              <a:rPr sz="1500" spc="40" dirty="0">
                <a:latin typeface="Times New Roman" panose="02020603050405020304"/>
                <a:cs typeface="Times New Roman" panose="02020603050405020304"/>
              </a:rPr>
              <a:t>panel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lighting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38100">
              <a:lnSpc>
                <a:spcPct val="11800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lighting/curtains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44450">
              <a:lnSpc>
                <a:spcPct val="11800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voice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whole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house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8000"/>
              </a:lnSpc>
            </a:pP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5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15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mobile </a:t>
            </a:r>
            <a:r>
              <a:rPr sz="1500" spc="40" dirty="0">
                <a:latin typeface="Times New Roman" panose="02020603050405020304"/>
                <a:cs typeface="Times New Roman" panose="02020603050405020304"/>
              </a:rPr>
              <a:t>phone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09472" y="507542"/>
            <a:ext cx="69329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0565" algn="l"/>
              </a:tabLst>
            </a:pP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What</a:t>
            </a:r>
            <a:r>
              <a:rPr sz="6000" spc="-229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spc="-43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6000" spc="18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See</a:t>
            </a:r>
            <a:r>
              <a:rPr sz="60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6000" spc="-1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What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9472" y="1269542"/>
            <a:ext cx="25527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8275" algn="l"/>
              </a:tabLst>
            </a:pPr>
            <a:r>
              <a:rPr sz="6000" spc="-43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6000" spc="18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60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Get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23398" y="1685594"/>
            <a:ext cx="265493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精装交付，即装即用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315218"/>
            <a:ext cx="9144000" cy="5972175"/>
            <a:chOff x="0" y="4315218"/>
            <a:chExt cx="9144000" cy="597217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7933407"/>
              <a:ext cx="6538209" cy="23535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248" y="4315218"/>
              <a:ext cx="8429752" cy="5631078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1620" y="1229372"/>
            <a:ext cx="8199277" cy="33900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13506" y="5571629"/>
            <a:ext cx="8591626" cy="359483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73125" y="1018451"/>
            <a:ext cx="8005445" cy="309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9020" algn="l"/>
              </a:tabLst>
            </a:pPr>
            <a:r>
              <a:rPr sz="6000" b="1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F7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Space</a:t>
            </a:r>
            <a:r>
              <a:rPr sz="60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Capsule</a:t>
            </a:r>
            <a:r>
              <a:rPr sz="60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endParaRPr sz="6000">
              <a:latin typeface="Times New Roman" panose="02020603050405020304"/>
              <a:cs typeface="Times New Roman" panose="02020603050405020304"/>
            </a:endParaRPr>
          </a:p>
          <a:p>
            <a:pPr marL="78740">
              <a:lnSpc>
                <a:spcPct val="100000"/>
              </a:lnSpc>
              <a:spcBef>
                <a:spcPts val="4555"/>
              </a:spcBef>
            </a:pP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尺寸（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7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700" b="1" spc="-3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11500mm</a:t>
            </a:r>
            <a:r>
              <a:rPr sz="1700" spc="-19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700" b="1" spc="3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3300mm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700" b="1" spc="7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3200mm</a:t>
            </a:r>
            <a:endParaRPr sz="1700">
              <a:latin typeface="Times New Roman" panose="02020603050405020304"/>
              <a:cs typeface="Times New Roman" panose="02020603050405020304"/>
            </a:endParaRPr>
          </a:p>
          <a:p>
            <a:pPr marL="78740" marR="3885565">
              <a:lnSpc>
                <a:spcPct val="170000"/>
              </a:lnSpc>
            </a:pP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占地面积（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Land occupation area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38</a:t>
            </a:r>
            <a:r>
              <a:rPr sz="17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㎡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入住人数（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700" b="1" spc="8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700" b="1" spc="12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guests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4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2-4</a:t>
            </a:r>
            <a:r>
              <a:rPr sz="17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r>
              <a:rPr sz="1700" spc="5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客舱重量（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1700" b="1" spc="114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weight</a:t>
            </a:r>
            <a:r>
              <a:rPr sz="17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700" spc="-1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7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7000kg</a:t>
            </a:r>
            <a:endParaRPr sz="1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15" dirty="0"/>
              <a:t>太空舱房屋</a:t>
            </a:r>
            <a:endParaRPr spc="41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9843" y="3130334"/>
            <a:ext cx="3215005" cy="6096000"/>
            <a:chOff x="779843" y="3130334"/>
            <a:chExt cx="3215005" cy="6096000"/>
          </a:xfrm>
        </p:grpSpPr>
        <p:sp>
          <p:nvSpPr>
            <p:cNvPr id="3" name="object 3"/>
            <p:cNvSpPr/>
            <p:nvPr/>
          </p:nvSpPr>
          <p:spPr>
            <a:xfrm>
              <a:off x="784605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45" y="6088799"/>
                  </a:moveTo>
                  <a:lnTo>
                    <a:pt x="183832" y="6088799"/>
                  </a:lnTo>
                  <a:lnTo>
                    <a:pt x="134963" y="6082232"/>
                  </a:lnTo>
                  <a:lnTo>
                    <a:pt x="91050" y="6063699"/>
                  </a:lnTo>
                  <a:lnTo>
                    <a:pt x="53844" y="6034952"/>
                  </a:lnTo>
                  <a:lnTo>
                    <a:pt x="25099" y="5997744"/>
                  </a:lnTo>
                  <a:lnTo>
                    <a:pt x="6566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6" y="134971"/>
                  </a:lnTo>
                  <a:lnTo>
                    <a:pt x="25099" y="91054"/>
                  </a:lnTo>
                  <a:lnTo>
                    <a:pt x="53844" y="53846"/>
                  </a:lnTo>
                  <a:lnTo>
                    <a:pt x="91050" y="25099"/>
                  </a:lnTo>
                  <a:lnTo>
                    <a:pt x="134963" y="6567"/>
                  </a:lnTo>
                  <a:lnTo>
                    <a:pt x="183832" y="0"/>
                  </a:lnTo>
                  <a:lnTo>
                    <a:pt x="3021545" y="0"/>
                  </a:lnTo>
                  <a:lnTo>
                    <a:pt x="3070415" y="6567"/>
                  </a:lnTo>
                  <a:lnTo>
                    <a:pt x="3114331" y="25099"/>
                  </a:lnTo>
                  <a:lnTo>
                    <a:pt x="3151539" y="53846"/>
                  </a:lnTo>
                  <a:lnTo>
                    <a:pt x="3180288" y="91054"/>
                  </a:lnTo>
                  <a:lnTo>
                    <a:pt x="3198823" y="134971"/>
                  </a:lnTo>
                  <a:lnTo>
                    <a:pt x="3205391" y="183845"/>
                  </a:lnTo>
                  <a:lnTo>
                    <a:pt x="3205391" y="5904953"/>
                  </a:lnTo>
                  <a:lnTo>
                    <a:pt x="3198823" y="5953827"/>
                  </a:lnTo>
                  <a:lnTo>
                    <a:pt x="3180288" y="5997744"/>
                  </a:lnTo>
                  <a:lnTo>
                    <a:pt x="3151539" y="6034952"/>
                  </a:lnTo>
                  <a:lnTo>
                    <a:pt x="3114331" y="6063699"/>
                  </a:lnTo>
                  <a:lnTo>
                    <a:pt x="3070415" y="6082232"/>
                  </a:lnTo>
                  <a:lnTo>
                    <a:pt x="3021545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9843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387" y="12700"/>
                  </a:moveTo>
                  <a:lnTo>
                    <a:pt x="115074" y="12700"/>
                  </a:lnTo>
                  <a:lnTo>
                    <a:pt x="123647" y="0"/>
                  </a:lnTo>
                  <a:lnTo>
                    <a:pt x="161442" y="0"/>
                  </a:lnTo>
                  <a:lnTo>
                    <a:pt x="152387" y="12700"/>
                  </a:lnTo>
                  <a:close/>
                </a:path>
                <a:path w="3215004" h="6096000">
                  <a:moveTo>
                    <a:pt x="3099612" y="12700"/>
                  </a:moveTo>
                  <a:lnTo>
                    <a:pt x="3062516" y="12700"/>
                  </a:lnTo>
                  <a:lnTo>
                    <a:pt x="3053460" y="0"/>
                  </a:lnTo>
                  <a:lnTo>
                    <a:pt x="3091040" y="0"/>
                  </a:lnTo>
                  <a:lnTo>
                    <a:pt x="3099612" y="12700"/>
                  </a:lnTo>
                  <a:close/>
                </a:path>
                <a:path w="3215004" h="6096000">
                  <a:moveTo>
                    <a:pt x="110858" y="25400"/>
                  </a:moveTo>
                  <a:lnTo>
                    <a:pt x="90703" y="25400"/>
                  </a:lnTo>
                  <a:lnTo>
                    <a:pt x="98590" y="12700"/>
                  </a:lnTo>
                  <a:lnTo>
                    <a:pt x="118999" y="12700"/>
                  </a:lnTo>
                  <a:lnTo>
                    <a:pt x="110858" y="25400"/>
                  </a:lnTo>
                  <a:close/>
                </a:path>
                <a:path w="3215004" h="6096000">
                  <a:moveTo>
                    <a:pt x="3124009" y="25400"/>
                  </a:moveTo>
                  <a:lnTo>
                    <a:pt x="3104045" y="25400"/>
                  </a:lnTo>
                  <a:lnTo>
                    <a:pt x="3095904" y="12700"/>
                  </a:lnTo>
                  <a:lnTo>
                    <a:pt x="3116110" y="12700"/>
                  </a:lnTo>
                  <a:lnTo>
                    <a:pt x="3124009" y="25400"/>
                  </a:lnTo>
                  <a:close/>
                </a:path>
                <a:path w="3215004" h="6096000">
                  <a:moveTo>
                    <a:pt x="88379" y="38100"/>
                  </a:moveTo>
                  <a:lnTo>
                    <a:pt x="68719" y="38100"/>
                  </a:lnTo>
                  <a:lnTo>
                    <a:pt x="75844" y="25400"/>
                  </a:lnTo>
                  <a:lnTo>
                    <a:pt x="95846" y="25400"/>
                  </a:lnTo>
                  <a:lnTo>
                    <a:pt x="88379" y="38100"/>
                  </a:lnTo>
                  <a:close/>
                </a:path>
                <a:path w="3215004" h="6096000">
                  <a:moveTo>
                    <a:pt x="3146361" y="38100"/>
                  </a:moveTo>
                  <a:lnTo>
                    <a:pt x="3126524" y="38100"/>
                  </a:lnTo>
                  <a:lnTo>
                    <a:pt x="3119069" y="25400"/>
                  </a:lnTo>
                  <a:lnTo>
                    <a:pt x="3139249" y="25400"/>
                  </a:lnTo>
                  <a:lnTo>
                    <a:pt x="3146361" y="38100"/>
                  </a:lnTo>
                  <a:close/>
                </a:path>
                <a:path w="3215004" h="6096000">
                  <a:moveTo>
                    <a:pt x="68110" y="50800"/>
                  </a:moveTo>
                  <a:lnTo>
                    <a:pt x="55156" y="50800"/>
                  </a:lnTo>
                  <a:lnTo>
                    <a:pt x="61874" y="38100"/>
                  </a:lnTo>
                  <a:lnTo>
                    <a:pt x="74777" y="38100"/>
                  </a:lnTo>
                  <a:lnTo>
                    <a:pt x="68110" y="50800"/>
                  </a:lnTo>
                  <a:close/>
                </a:path>
                <a:path w="3215004" h="6096000">
                  <a:moveTo>
                    <a:pt x="3159747" y="50800"/>
                  </a:moveTo>
                  <a:lnTo>
                    <a:pt x="3146793" y="50800"/>
                  </a:lnTo>
                  <a:lnTo>
                    <a:pt x="3140125" y="38100"/>
                  </a:lnTo>
                  <a:lnTo>
                    <a:pt x="3153206" y="38100"/>
                  </a:lnTo>
                  <a:lnTo>
                    <a:pt x="3159747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41" y="63500"/>
                  </a:lnTo>
                  <a:lnTo>
                    <a:pt x="49072" y="50800"/>
                  </a:lnTo>
                  <a:lnTo>
                    <a:pt x="62052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13" y="63500"/>
                  </a:moveTo>
                  <a:lnTo>
                    <a:pt x="3158947" y="63500"/>
                  </a:lnTo>
                  <a:lnTo>
                    <a:pt x="3152851" y="50800"/>
                  </a:lnTo>
                  <a:lnTo>
                    <a:pt x="3165983" y="50800"/>
                  </a:lnTo>
                  <a:lnTo>
                    <a:pt x="3171913" y="63500"/>
                  </a:lnTo>
                  <a:close/>
                </a:path>
                <a:path w="3215004" h="6096000">
                  <a:moveTo>
                    <a:pt x="20345" y="127000"/>
                  </a:moveTo>
                  <a:lnTo>
                    <a:pt x="20421" y="114300"/>
                  </a:lnTo>
                  <a:lnTo>
                    <a:pt x="14770" y="114300"/>
                  </a:lnTo>
                  <a:lnTo>
                    <a:pt x="18542" y="101600"/>
                  </a:lnTo>
                  <a:lnTo>
                    <a:pt x="22707" y="88900"/>
                  </a:lnTo>
                  <a:lnTo>
                    <a:pt x="27368" y="88900"/>
                  </a:lnTo>
                  <a:lnTo>
                    <a:pt x="32143" y="76200"/>
                  </a:lnTo>
                  <a:lnTo>
                    <a:pt x="37541" y="63500"/>
                  </a:lnTo>
                  <a:lnTo>
                    <a:pt x="50482" y="63500"/>
                  </a:lnTo>
                  <a:lnTo>
                    <a:pt x="45021" y="76200"/>
                  </a:lnTo>
                  <a:lnTo>
                    <a:pt x="40170" y="76200"/>
                  </a:lnTo>
                  <a:lnTo>
                    <a:pt x="35496" y="88900"/>
                  </a:lnTo>
                  <a:lnTo>
                    <a:pt x="31191" y="101600"/>
                  </a:lnTo>
                  <a:lnTo>
                    <a:pt x="27228" y="101600"/>
                  </a:lnTo>
                  <a:lnTo>
                    <a:pt x="23634" y="114300"/>
                  </a:lnTo>
                  <a:lnTo>
                    <a:pt x="20345" y="127000"/>
                  </a:lnTo>
                  <a:close/>
                </a:path>
                <a:path w="3215004" h="6096000">
                  <a:moveTo>
                    <a:pt x="3194558" y="127000"/>
                  </a:moveTo>
                  <a:lnTo>
                    <a:pt x="3191357" y="114300"/>
                  </a:lnTo>
                  <a:lnTo>
                    <a:pt x="3187776" y="101600"/>
                  </a:lnTo>
                  <a:lnTo>
                    <a:pt x="3183826" y="101600"/>
                  </a:lnTo>
                  <a:lnTo>
                    <a:pt x="3179521" y="88900"/>
                  </a:lnTo>
                  <a:lnTo>
                    <a:pt x="3174872" y="76200"/>
                  </a:lnTo>
                  <a:lnTo>
                    <a:pt x="3169881" y="76200"/>
                  </a:lnTo>
                  <a:lnTo>
                    <a:pt x="3164420" y="63500"/>
                  </a:lnTo>
                  <a:lnTo>
                    <a:pt x="3177374" y="63500"/>
                  </a:lnTo>
                  <a:lnTo>
                    <a:pt x="3182759" y="76200"/>
                  </a:lnTo>
                  <a:lnTo>
                    <a:pt x="3187534" y="88900"/>
                  </a:lnTo>
                  <a:lnTo>
                    <a:pt x="3192081" y="88900"/>
                  </a:lnTo>
                  <a:lnTo>
                    <a:pt x="3196259" y="101600"/>
                  </a:lnTo>
                  <a:lnTo>
                    <a:pt x="3200044" y="114300"/>
                  </a:lnTo>
                  <a:lnTo>
                    <a:pt x="3194481" y="114300"/>
                  </a:lnTo>
                  <a:lnTo>
                    <a:pt x="3194558" y="127000"/>
                  </a:lnTo>
                  <a:close/>
                </a:path>
                <a:path w="3215004" h="6096000">
                  <a:moveTo>
                    <a:pt x="13131" y="152400"/>
                  </a:moveTo>
                  <a:lnTo>
                    <a:pt x="13182" y="139700"/>
                  </a:lnTo>
                  <a:lnTo>
                    <a:pt x="5905" y="139700"/>
                  </a:lnTo>
                  <a:lnTo>
                    <a:pt x="8509" y="127000"/>
                  </a:lnTo>
                  <a:lnTo>
                    <a:pt x="11404" y="114300"/>
                  </a:lnTo>
                  <a:lnTo>
                    <a:pt x="20421" y="114300"/>
                  </a:lnTo>
                  <a:lnTo>
                    <a:pt x="17602" y="127000"/>
                  </a:lnTo>
                  <a:lnTo>
                    <a:pt x="15189" y="139700"/>
                  </a:lnTo>
                  <a:lnTo>
                    <a:pt x="13131" y="152400"/>
                  </a:lnTo>
                  <a:close/>
                </a:path>
                <a:path w="3215004" h="6096000">
                  <a:moveTo>
                    <a:pt x="3201771" y="152400"/>
                  </a:moveTo>
                  <a:lnTo>
                    <a:pt x="3199777" y="139700"/>
                  </a:lnTo>
                  <a:lnTo>
                    <a:pt x="3197364" y="127000"/>
                  </a:lnTo>
                  <a:lnTo>
                    <a:pt x="3194481" y="114300"/>
                  </a:lnTo>
                  <a:lnTo>
                    <a:pt x="3203422" y="114300"/>
                  </a:lnTo>
                  <a:lnTo>
                    <a:pt x="3206394" y="127000"/>
                  </a:lnTo>
                  <a:lnTo>
                    <a:pt x="3208934" y="139700"/>
                  </a:lnTo>
                  <a:lnTo>
                    <a:pt x="3201720" y="139700"/>
                  </a:lnTo>
                  <a:lnTo>
                    <a:pt x="3201771" y="152400"/>
                  </a:lnTo>
                  <a:close/>
                </a:path>
                <a:path w="3215004" h="6096000">
                  <a:moveTo>
                    <a:pt x="9753" y="177800"/>
                  </a:moveTo>
                  <a:lnTo>
                    <a:pt x="241" y="177800"/>
                  </a:lnTo>
                  <a:lnTo>
                    <a:pt x="952" y="165100"/>
                  </a:lnTo>
                  <a:lnTo>
                    <a:pt x="2146" y="152400"/>
                  </a:lnTo>
                  <a:lnTo>
                    <a:pt x="3848" y="139700"/>
                  </a:lnTo>
                  <a:lnTo>
                    <a:pt x="13182" y="139700"/>
                  </a:lnTo>
                  <a:lnTo>
                    <a:pt x="11595" y="152400"/>
                  </a:lnTo>
                  <a:lnTo>
                    <a:pt x="10452" y="165100"/>
                  </a:lnTo>
                  <a:lnTo>
                    <a:pt x="9753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62" y="177800"/>
                  </a:lnTo>
                  <a:lnTo>
                    <a:pt x="3204476" y="165100"/>
                  </a:lnTo>
                  <a:lnTo>
                    <a:pt x="3203346" y="152400"/>
                  </a:lnTo>
                  <a:lnTo>
                    <a:pt x="3201720" y="139700"/>
                  </a:lnTo>
                  <a:lnTo>
                    <a:pt x="3211055" y="139700"/>
                  </a:lnTo>
                  <a:lnTo>
                    <a:pt x="3212719" y="152400"/>
                  </a:lnTo>
                  <a:lnTo>
                    <a:pt x="3213925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40" y="5918200"/>
                  </a:moveTo>
                  <a:lnTo>
                    <a:pt x="253" y="5918200"/>
                  </a:lnTo>
                  <a:lnTo>
                    <a:pt x="0" y="5905500"/>
                  </a:lnTo>
                  <a:lnTo>
                    <a:pt x="0" y="177800"/>
                  </a:lnTo>
                  <a:lnTo>
                    <a:pt x="9512" y="177800"/>
                  </a:lnTo>
                  <a:lnTo>
                    <a:pt x="9512" y="5905500"/>
                  </a:lnTo>
                  <a:lnTo>
                    <a:pt x="9740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49" y="5918200"/>
                  </a:lnTo>
                  <a:lnTo>
                    <a:pt x="3205391" y="5905500"/>
                  </a:lnTo>
                  <a:lnTo>
                    <a:pt x="3205391" y="177800"/>
                  </a:lnTo>
                  <a:lnTo>
                    <a:pt x="3214903" y="177800"/>
                  </a:lnTo>
                  <a:lnTo>
                    <a:pt x="3214916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170" y="6007100"/>
                  </a:moveTo>
                  <a:lnTo>
                    <a:pt x="27241" y="6007100"/>
                  </a:lnTo>
                  <a:lnTo>
                    <a:pt x="22821" y="5994400"/>
                  </a:lnTo>
                  <a:lnTo>
                    <a:pt x="18643" y="5981700"/>
                  </a:lnTo>
                  <a:lnTo>
                    <a:pt x="14859" y="5981700"/>
                  </a:lnTo>
                  <a:lnTo>
                    <a:pt x="11480" y="5969000"/>
                  </a:lnTo>
                  <a:lnTo>
                    <a:pt x="8509" y="5956300"/>
                  </a:lnTo>
                  <a:lnTo>
                    <a:pt x="5968" y="5956300"/>
                  </a:lnTo>
                  <a:lnTo>
                    <a:pt x="3848" y="5943600"/>
                  </a:lnTo>
                  <a:lnTo>
                    <a:pt x="2184" y="5930900"/>
                  </a:lnTo>
                  <a:lnTo>
                    <a:pt x="977" y="5918200"/>
                  </a:lnTo>
                  <a:lnTo>
                    <a:pt x="10426" y="5918200"/>
                  </a:lnTo>
                  <a:lnTo>
                    <a:pt x="11569" y="5930900"/>
                  </a:lnTo>
                  <a:lnTo>
                    <a:pt x="13131" y="5943600"/>
                  </a:lnTo>
                  <a:lnTo>
                    <a:pt x="15125" y="5943600"/>
                  </a:lnTo>
                  <a:lnTo>
                    <a:pt x="17538" y="5956300"/>
                  </a:lnTo>
                  <a:lnTo>
                    <a:pt x="20345" y="5969000"/>
                  </a:lnTo>
                  <a:lnTo>
                    <a:pt x="23545" y="5969000"/>
                  </a:lnTo>
                  <a:lnTo>
                    <a:pt x="27127" y="5981700"/>
                  </a:lnTo>
                  <a:lnTo>
                    <a:pt x="31076" y="5994400"/>
                  </a:lnTo>
                  <a:lnTo>
                    <a:pt x="35382" y="5994400"/>
                  </a:lnTo>
                  <a:lnTo>
                    <a:pt x="40170" y="6007100"/>
                  </a:lnTo>
                  <a:close/>
                </a:path>
                <a:path w="3215004" h="6096000">
                  <a:moveTo>
                    <a:pt x="3187661" y="6007100"/>
                  </a:moveTo>
                  <a:lnTo>
                    <a:pt x="3174746" y="6007100"/>
                  </a:lnTo>
                  <a:lnTo>
                    <a:pt x="3179406" y="5994400"/>
                  </a:lnTo>
                  <a:lnTo>
                    <a:pt x="3183724" y="5994400"/>
                  </a:lnTo>
                  <a:lnTo>
                    <a:pt x="3187674" y="5981700"/>
                  </a:lnTo>
                  <a:lnTo>
                    <a:pt x="3191268" y="5969000"/>
                  </a:lnTo>
                  <a:lnTo>
                    <a:pt x="3194481" y="5969000"/>
                  </a:lnTo>
                  <a:lnTo>
                    <a:pt x="3197301" y="5956300"/>
                  </a:lnTo>
                  <a:lnTo>
                    <a:pt x="3199714" y="5943600"/>
                  </a:lnTo>
                  <a:lnTo>
                    <a:pt x="3201720" y="5943600"/>
                  </a:lnTo>
                  <a:lnTo>
                    <a:pt x="3203308" y="5930900"/>
                  </a:lnTo>
                  <a:lnTo>
                    <a:pt x="3204451" y="5918200"/>
                  </a:lnTo>
                  <a:lnTo>
                    <a:pt x="3213950" y="5918200"/>
                  </a:lnTo>
                  <a:lnTo>
                    <a:pt x="3212757" y="5930900"/>
                  </a:lnTo>
                  <a:lnTo>
                    <a:pt x="3211106" y="5943600"/>
                  </a:lnTo>
                  <a:lnTo>
                    <a:pt x="3208997" y="5956300"/>
                  </a:lnTo>
                  <a:lnTo>
                    <a:pt x="3206394" y="5956300"/>
                  </a:lnTo>
                  <a:lnTo>
                    <a:pt x="3203498" y="5969000"/>
                  </a:lnTo>
                  <a:lnTo>
                    <a:pt x="3200133" y="5981700"/>
                  </a:lnTo>
                  <a:lnTo>
                    <a:pt x="3196361" y="5981700"/>
                  </a:lnTo>
                  <a:lnTo>
                    <a:pt x="3192195" y="5994400"/>
                  </a:lnTo>
                  <a:lnTo>
                    <a:pt x="3187661" y="6007100"/>
                  </a:lnTo>
                  <a:close/>
                </a:path>
                <a:path w="3215004" h="6096000">
                  <a:moveTo>
                    <a:pt x="50482" y="6019800"/>
                  </a:moveTo>
                  <a:lnTo>
                    <a:pt x="37401" y="6019800"/>
                  </a:lnTo>
                  <a:lnTo>
                    <a:pt x="32270" y="6007100"/>
                  </a:lnTo>
                  <a:lnTo>
                    <a:pt x="45021" y="6007100"/>
                  </a:lnTo>
                  <a:lnTo>
                    <a:pt x="50482" y="6019800"/>
                  </a:lnTo>
                  <a:close/>
                </a:path>
                <a:path w="3215004" h="6096000">
                  <a:moveTo>
                    <a:pt x="3177374" y="6019800"/>
                  </a:moveTo>
                  <a:lnTo>
                    <a:pt x="3164420" y="6019800"/>
                  </a:lnTo>
                  <a:lnTo>
                    <a:pt x="3169881" y="6007100"/>
                  </a:lnTo>
                  <a:lnTo>
                    <a:pt x="3182632" y="6007100"/>
                  </a:lnTo>
                  <a:lnTo>
                    <a:pt x="3177374" y="6019800"/>
                  </a:lnTo>
                  <a:close/>
                </a:path>
                <a:path w="3215004" h="6096000">
                  <a:moveTo>
                    <a:pt x="62052" y="6032500"/>
                  </a:moveTo>
                  <a:lnTo>
                    <a:pt x="48920" y="6032500"/>
                  </a:lnTo>
                  <a:lnTo>
                    <a:pt x="42989" y="6019800"/>
                  </a:lnTo>
                  <a:lnTo>
                    <a:pt x="55968" y="6019800"/>
                  </a:lnTo>
                  <a:lnTo>
                    <a:pt x="62052" y="6032500"/>
                  </a:lnTo>
                  <a:close/>
                </a:path>
                <a:path w="3215004" h="6096000">
                  <a:moveTo>
                    <a:pt x="3165830" y="6032500"/>
                  </a:moveTo>
                  <a:lnTo>
                    <a:pt x="3152851" y="6032500"/>
                  </a:lnTo>
                  <a:lnTo>
                    <a:pt x="3158947" y="6019800"/>
                  </a:lnTo>
                  <a:lnTo>
                    <a:pt x="3171761" y="6019800"/>
                  </a:lnTo>
                  <a:lnTo>
                    <a:pt x="3165830" y="6032500"/>
                  </a:lnTo>
                  <a:close/>
                </a:path>
                <a:path w="3215004" h="6096000">
                  <a:moveTo>
                    <a:pt x="74777" y="6045200"/>
                  </a:moveTo>
                  <a:lnTo>
                    <a:pt x="61696" y="6045200"/>
                  </a:lnTo>
                  <a:lnTo>
                    <a:pt x="55156" y="6032500"/>
                  </a:lnTo>
                  <a:lnTo>
                    <a:pt x="68110" y="6032500"/>
                  </a:lnTo>
                  <a:lnTo>
                    <a:pt x="74777" y="6045200"/>
                  </a:lnTo>
                  <a:close/>
                </a:path>
                <a:path w="3215004" h="6096000">
                  <a:moveTo>
                    <a:pt x="3153029" y="6045200"/>
                  </a:moveTo>
                  <a:lnTo>
                    <a:pt x="3140125" y="6045200"/>
                  </a:lnTo>
                  <a:lnTo>
                    <a:pt x="3146793" y="6032500"/>
                  </a:lnTo>
                  <a:lnTo>
                    <a:pt x="3159747" y="6032500"/>
                  </a:lnTo>
                  <a:lnTo>
                    <a:pt x="3153029" y="6045200"/>
                  </a:lnTo>
                  <a:close/>
                </a:path>
                <a:path w="3215004" h="6096000">
                  <a:moveTo>
                    <a:pt x="88569" y="6057900"/>
                  </a:moveTo>
                  <a:lnTo>
                    <a:pt x="75844" y="6057900"/>
                  </a:lnTo>
                  <a:lnTo>
                    <a:pt x="68541" y="6045200"/>
                  </a:lnTo>
                  <a:lnTo>
                    <a:pt x="81368" y="6045200"/>
                  </a:lnTo>
                  <a:lnTo>
                    <a:pt x="88569" y="6057900"/>
                  </a:lnTo>
                  <a:close/>
                </a:path>
                <a:path w="3215004" h="6096000">
                  <a:moveTo>
                    <a:pt x="3139249" y="6057900"/>
                  </a:moveTo>
                  <a:lnTo>
                    <a:pt x="3126333" y="6057900"/>
                  </a:lnTo>
                  <a:lnTo>
                    <a:pt x="3133534" y="6045200"/>
                  </a:lnTo>
                  <a:lnTo>
                    <a:pt x="3146183" y="6045200"/>
                  </a:lnTo>
                  <a:lnTo>
                    <a:pt x="3139249" y="6057900"/>
                  </a:lnTo>
                  <a:close/>
                </a:path>
                <a:path w="3215004" h="6096000">
                  <a:moveTo>
                    <a:pt x="111074" y="6070600"/>
                  </a:moveTo>
                  <a:lnTo>
                    <a:pt x="90893" y="6070600"/>
                  </a:lnTo>
                  <a:lnTo>
                    <a:pt x="83235" y="6057900"/>
                  </a:lnTo>
                  <a:lnTo>
                    <a:pt x="103136" y="6057900"/>
                  </a:lnTo>
                  <a:lnTo>
                    <a:pt x="111074" y="6070600"/>
                  </a:lnTo>
                  <a:close/>
                </a:path>
                <a:path w="3215004" h="6096000">
                  <a:moveTo>
                    <a:pt x="3124199" y="6070600"/>
                  </a:moveTo>
                  <a:lnTo>
                    <a:pt x="3103841" y="6070600"/>
                  </a:lnTo>
                  <a:lnTo>
                    <a:pt x="3111766" y="6057900"/>
                  </a:lnTo>
                  <a:lnTo>
                    <a:pt x="3131858" y="6057900"/>
                  </a:lnTo>
                  <a:lnTo>
                    <a:pt x="3124199" y="6070600"/>
                  </a:lnTo>
                  <a:close/>
                </a:path>
                <a:path w="3215004" h="6096000">
                  <a:moveTo>
                    <a:pt x="152615" y="6083300"/>
                  </a:moveTo>
                  <a:lnTo>
                    <a:pt x="115290" y="6083300"/>
                  </a:lnTo>
                  <a:lnTo>
                    <a:pt x="106934" y="6070600"/>
                  </a:lnTo>
                  <a:lnTo>
                    <a:pt x="143725" y="6070600"/>
                  </a:lnTo>
                  <a:lnTo>
                    <a:pt x="152615" y="6083300"/>
                  </a:lnTo>
                  <a:close/>
                </a:path>
                <a:path w="3215004" h="6096000">
                  <a:moveTo>
                    <a:pt x="3099828" y="6083300"/>
                  </a:moveTo>
                  <a:lnTo>
                    <a:pt x="3062287" y="6083300"/>
                  </a:lnTo>
                  <a:lnTo>
                    <a:pt x="3071177" y="6070600"/>
                  </a:lnTo>
                  <a:lnTo>
                    <a:pt x="3108185" y="6070600"/>
                  </a:lnTo>
                  <a:lnTo>
                    <a:pt x="3099828" y="6083300"/>
                  </a:lnTo>
                  <a:close/>
                </a:path>
                <a:path w="3215004" h="6096000">
                  <a:moveTo>
                    <a:pt x="3055137" y="6096000"/>
                  </a:moveTo>
                  <a:lnTo>
                    <a:pt x="160007" y="6096000"/>
                  </a:lnTo>
                  <a:lnTo>
                    <a:pt x="150710" y="6083300"/>
                  </a:lnTo>
                  <a:lnTo>
                    <a:pt x="3064421" y="6083300"/>
                  </a:lnTo>
                  <a:lnTo>
                    <a:pt x="3055137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4385284" y="3130334"/>
            <a:ext cx="3215005" cy="6096000"/>
            <a:chOff x="4385284" y="3130334"/>
            <a:chExt cx="3215005" cy="6096000"/>
          </a:xfrm>
        </p:grpSpPr>
        <p:sp>
          <p:nvSpPr>
            <p:cNvPr id="6" name="object 6"/>
            <p:cNvSpPr/>
            <p:nvPr/>
          </p:nvSpPr>
          <p:spPr>
            <a:xfrm>
              <a:off x="4390047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45" y="6088799"/>
                  </a:moveTo>
                  <a:lnTo>
                    <a:pt x="183832" y="6088799"/>
                  </a:lnTo>
                  <a:lnTo>
                    <a:pt x="134963" y="6082232"/>
                  </a:lnTo>
                  <a:lnTo>
                    <a:pt x="91050" y="6063699"/>
                  </a:lnTo>
                  <a:lnTo>
                    <a:pt x="53844" y="6034952"/>
                  </a:lnTo>
                  <a:lnTo>
                    <a:pt x="25099" y="5997744"/>
                  </a:lnTo>
                  <a:lnTo>
                    <a:pt x="6566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6" y="134971"/>
                  </a:lnTo>
                  <a:lnTo>
                    <a:pt x="25099" y="91054"/>
                  </a:lnTo>
                  <a:lnTo>
                    <a:pt x="53844" y="53846"/>
                  </a:lnTo>
                  <a:lnTo>
                    <a:pt x="91050" y="25099"/>
                  </a:lnTo>
                  <a:lnTo>
                    <a:pt x="134963" y="6567"/>
                  </a:lnTo>
                  <a:lnTo>
                    <a:pt x="183832" y="0"/>
                  </a:lnTo>
                  <a:lnTo>
                    <a:pt x="3021545" y="0"/>
                  </a:lnTo>
                  <a:lnTo>
                    <a:pt x="3070414" y="6567"/>
                  </a:lnTo>
                  <a:lnTo>
                    <a:pt x="3114327" y="25099"/>
                  </a:lnTo>
                  <a:lnTo>
                    <a:pt x="3151533" y="53846"/>
                  </a:lnTo>
                  <a:lnTo>
                    <a:pt x="3180278" y="91054"/>
                  </a:lnTo>
                  <a:lnTo>
                    <a:pt x="3198811" y="134971"/>
                  </a:lnTo>
                  <a:lnTo>
                    <a:pt x="3205378" y="183845"/>
                  </a:lnTo>
                  <a:lnTo>
                    <a:pt x="3205378" y="5904953"/>
                  </a:lnTo>
                  <a:lnTo>
                    <a:pt x="3198811" y="5953827"/>
                  </a:lnTo>
                  <a:lnTo>
                    <a:pt x="3180278" y="5997744"/>
                  </a:lnTo>
                  <a:lnTo>
                    <a:pt x="3151533" y="6034952"/>
                  </a:lnTo>
                  <a:lnTo>
                    <a:pt x="3114327" y="6063699"/>
                  </a:lnTo>
                  <a:lnTo>
                    <a:pt x="3070414" y="6082232"/>
                  </a:lnTo>
                  <a:lnTo>
                    <a:pt x="3021545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85284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387" y="12700"/>
                  </a:moveTo>
                  <a:lnTo>
                    <a:pt x="115074" y="12700"/>
                  </a:lnTo>
                  <a:lnTo>
                    <a:pt x="123647" y="0"/>
                  </a:lnTo>
                  <a:lnTo>
                    <a:pt x="161442" y="0"/>
                  </a:lnTo>
                  <a:lnTo>
                    <a:pt x="152387" y="12700"/>
                  </a:lnTo>
                  <a:close/>
                </a:path>
                <a:path w="3215004" h="6096000">
                  <a:moveTo>
                    <a:pt x="3099612" y="12700"/>
                  </a:moveTo>
                  <a:lnTo>
                    <a:pt x="3062516" y="12700"/>
                  </a:lnTo>
                  <a:lnTo>
                    <a:pt x="3053460" y="0"/>
                  </a:lnTo>
                  <a:lnTo>
                    <a:pt x="3091040" y="0"/>
                  </a:lnTo>
                  <a:lnTo>
                    <a:pt x="3099612" y="12700"/>
                  </a:lnTo>
                  <a:close/>
                </a:path>
                <a:path w="3215004" h="6096000">
                  <a:moveTo>
                    <a:pt x="110858" y="25400"/>
                  </a:moveTo>
                  <a:lnTo>
                    <a:pt x="90703" y="25400"/>
                  </a:lnTo>
                  <a:lnTo>
                    <a:pt x="98590" y="12700"/>
                  </a:lnTo>
                  <a:lnTo>
                    <a:pt x="118999" y="12700"/>
                  </a:lnTo>
                  <a:lnTo>
                    <a:pt x="110858" y="25400"/>
                  </a:lnTo>
                  <a:close/>
                </a:path>
                <a:path w="3215004" h="6096000">
                  <a:moveTo>
                    <a:pt x="3124009" y="25400"/>
                  </a:moveTo>
                  <a:lnTo>
                    <a:pt x="3104045" y="25400"/>
                  </a:lnTo>
                  <a:lnTo>
                    <a:pt x="3095904" y="12700"/>
                  </a:lnTo>
                  <a:lnTo>
                    <a:pt x="3116110" y="12700"/>
                  </a:lnTo>
                  <a:lnTo>
                    <a:pt x="3124009" y="25400"/>
                  </a:lnTo>
                  <a:close/>
                </a:path>
                <a:path w="3215004" h="6096000">
                  <a:moveTo>
                    <a:pt x="88379" y="38100"/>
                  </a:moveTo>
                  <a:lnTo>
                    <a:pt x="68719" y="38100"/>
                  </a:lnTo>
                  <a:lnTo>
                    <a:pt x="75844" y="25400"/>
                  </a:lnTo>
                  <a:lnTo>
                    <a:pt x="95846" y="25400"/>
                  </a:lnTo>
                  <a:lnTo>
                    <a:pt x="88379" y="38100"/>
                  </a:lnTo>
                  <a:close/>
                </a:path>
                <a:path w="3215004" h="6096000">
                  <a:moveTo>
                    <a:pt x="3146361" y="38100"/>
                  </a:moveTo>
                  <a:lnTo>
                    <a:pt x="3126524" y="38100"/>
                  </a:lnTo>
                  <a:lnTo>
                    <a:pt x="3119056" y="25400"/>
                  </a:lnTo>
                  <a:lnTo>
                    <a:pt x="3139236" y="25400"/>
                  </a:lnTo>
                  <a:lnTo>
                    <a:pt x="3146361" y="38100"/>
                  </a:lnTo>
                  <a:close/>
                </a:path>
                <a:path w="3215004" h="6096000">
                  <a:moveTo>
                    <a:pt x="68110" y="50800"/>
                  </a:moveTo>
                  <a:lnTo>
                    <a:pt x="55156" y="50800"/>
                  </a:lnTo>
                  <a:lnTo>
                    <a:pt x="61874" y="38100"/>
                  </a:lnTo>
                  <a:lnTo>
                    <a:pt x="74777" y="38100"/>
                  </a:lnTo>
                  <a:lnTo>
                    <a:pt x="68110" y="50800"/>
                  </a:lnTo>
                  <a:close/>
                </a:path>
                <a:path w="3215004" h="6096000">
                  <a:moveTo>
                    <a:pt x="3159747" y="50800"/>
                  </a:moveTo>
                  <a:lnTo>
                    <a:pt x="3146793" y="50800"/>
                  </a:lnTo>
                  <a:lnTo>
                    <a:pt x="3140125" y="38100"/>
                  </a:lnTo>
                  <a:lnTo>
                    <a:pt x="3153206" y="38100"/>
                  </a:lnTo>
                  <a:lnTo>
                    <a:pt x="3159747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41" y="63500"/>
                  </a:lnTo>
                  <a:lnTo>
                    <a:pt x="49072" y="50800"/>
                  </a:lnTo>
                  <a:lnTo>
                    <a:pt x="62052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13" y="63500"/>
                  </a:moveTo>
                  <a:lnTo>
                    <a:pt x="3158947" y="63500"/>
                  </a:lnTo>
                  <a:lnTo>
                    <a:pt x="3152851" y="50800"/>
                  </a:lnTo>
                  <a:lnTo>
                    <a:pt x="3165982" y="50800"/>
                  </a:lnTo>
                  <a:lnTo>
                    <a:pt x="3171913" y="63500"/>
                  </a:lnTo>
                  <a:close/>
                </a:path>
                <a:path w="3215004" h="6096000">
                  <a:moveTo>
                    <a:pt x="20345" y="127000"/>
                  </a:moveTo>
                  <a:lnTo>
                    <a:pt x="20421" y="114300"/>
                  </a:lnTo>
                  <a:lnTo>
                    <a:pt x="14770" y="114300"/>
                  </a:lnTo>
                  <a:lnTo>
                    <a:pt x="18541" y="101600"/>
                  </a:lnTo>
                  <a:lnTo>
                    <a:pt x="22707" y="88900"/>
                  </a:lnTo>
                  <a:lnTo>
                    <a:pt x="27241" y="88900"/>
                  </a:lnTo>
                  <a:lnTo>
                    <a:pt x="32143" y="76200"/>
                  </a:lnTo>
                  <a:lnTo>
                    <a:pt x="37541" y="63500"/>
                  </a:lnTo>
                  <a:lnTo>
                    <a:pt x="50482" y="63500"/>
                  </a:lnTo>
                  <a:lnTo>
                    <a:pt x="45021" y="76200"/>
                  </a:lnTo>
                  <a:lnTo>
                    <a:pt x="40170" y="76200"/>
                  </a:lnTo>
                  <a:lnTo>
                    <a:pt x="35496" y="88900"/>
                  </a:lnTo>
                  <a:lnTo>
                    <a:pt x="31191" y="101600"/>
                  </a:lnTo>
                  <a:lnTo>
                    <a:pt x="27228" y="101600"/>
                  </a:lnTo>
                  <a:lnTo>
                    <a:pt x="23634" y="114300"/>
                  </a:lnTo>
                  <a:lnTo>
                    <a:pt x="20345" y="127000"/>
                  </a:lnTo>
                  <a:close/>
                </a:path>
                <a:path w="3215004" h="6096000">
                  <a:moveTo>
                    <a:pt x="3194557" y="127000"/>
                  </a:moveTo>
                  <a:lnTo>
                    <a:pt x="3191357" y="114300"/>
                  </a:lnTo>
                  <a:lnTo>
                    <a:pt x="3187776" y="101600"/>
                  </a:lnTo>
                  <a:lnTo>
                    <a:pt x="3183826" y="101600"/>
                  </a:lnTo>
                  <a:lnTo>
                    <a:pt x="3179521" y="88900"/>
                  </a:lnTo>
                  <a:lnTo>
                    <a:pt x="3174873" y="76200"/>
                  </a:lnTo>
                  <a:lnTo>
                    <a:pt x="3169881" y="76200"/>
                  </a:lnTo>
                  <a:lnTo>
                    <a:pt x="3164420" y="63500"/>
                  </a:lnTo>
                  <a:lnTo>
                    <a:pt x="3177501" y="63500"/>
                  </a:lnTo>
                  <a:lnTo>
                    <a:pt x="3182632" y="76200"/>
                  </a:lnTo>
                  <a:lnTo>
                    <a:pt x="3187534" y="88900"/>
                  </a:lnTo>
                  <a:lnTo>
                    <a:pt x="3192081" y="88900"/>
                  </a:lnTo>
                  <a:lnTo>
                    <a:pt x="3196259" y="101600"/>
                  </a:lnTo>
                  <a:lnTo>
                    <a:pt x="3200044" y="114300"/>
                  </a:lnTo>
                  <a:lnTo>
                    <a:pt x="3194481" y="114300"/>
                  </a:lnTo>
                  <a:lnTo>
                    <a:pt x="3194557" y="127000"/>
                  </a:lnTo>
                  <a:close/>
                </a:path>
                <a:path w="3215004" h="6096000">
                  <a:moveTo>
                    <a:pt x="13131" y="152400"/>
                  </a:moveTo>
                  <a:lnTo>
                    <a:pt x="13182" y="139700"/>
                  </a:lnTo>
                  <a:lnTo>
                    <a:pt x="5905" y="139700"/>
                  </a:lnTo>
                  <a:lnTo>
                    <a:pt x="8509" y="127000"/>
                  </a:lnTo>
                  <a:lnTo>
                    <a:pt x="11404" y="114300"/>
                  </a:lnTo>
                  <a:lnTo>
                    <a:pt x="20421" y="114300"/>
                  </a:lnTo>
                  <a:lnTo>
                    <a:pt x="17602" y="127000"/>
                  </a:lnTo>
                  <a:lnTo>
                    <a:pt x="15189" y="139700"/>
                  </a:lnTo>
                  <a:lnTo>
                    <a:pt x="13131" y="152400"/>
                  </a:lnTo>
                  <a:close/>
                </a:path>
                <a:path w="3215004" h="6096000">
                  <a:moveTo>
                    <a:pt x="3201771" y="152400"/>
                  </a:moveTo>
                  <a:lnTo>
                    <a:pt x="3199777" y="139700"/>
                  </a:lnTo>
                  <a:lnTo>
                    <a:pt x="3197364" y="127000"/>
                  </a:lnTo>
                  <a:lnTo>
                    <a:pt x="3194481" y="114300"/>
                  </a:lnTo>
                  <a:lnTo>
                    <a:pt x="3203422" y="114300"/>
                  </a:lnTo>
                  <a:lnTo>
                    <a:pt x="3206394" y="127000"/>
                  </a:lnTo>
                  <a:lnTo>
                    <a:pt x="3208934" y="139700"/>
                  </a:lnTo>
                  <a:lnTo>
                    <a:pt x="3201720" y="139700"/>
                  </a:lnTo>
                  <a:lnTo>
                    <a:pt x="3201771" y="152400"/>
                  </a:lnTo>
                  <a:close/>
                </a:path>
                <a:path w="3215004" h="6096000">
                  <a:moveTo>
                    <a:pt x="9753" y="177800"/>
                  </a:moveTo>
                  <a:lnTo>
                    <a:pt x="241" y="177800"/>
                  </a:lnTo>
                  <a:lnTo>
                    <a:pt x="952" y="165100"/>
                  </a:lnTo>
                  <a:lnTo>
                    <a:pt x="2146" y="152400"/>
                  </a:lnTo>
                  <a:lnTo>
                    <a:pt x="3848" y="139700"/>
                  </a:lnTo>
                  <a:lnTo>
                    <a:pt x="13182" y="139700"/>
                  </a:lnTo>
                  <a:lnTo>
                    <a:pt x="11595" y="152400"/>
                  </a:lnTo>
                  <a:lnTo>
                    <a:pt x="10452" y="165100"/>
                  </a:lnTo>
                  <a:lnTo>
                    <a:pt x="9753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62" y="177800"/>
                  </a:lnTo>
                  <a:lnTo>
                    <a:pt x="3204476" y="165100"/>
                  </a:lnTo>
                  <a:lnTo>
                    <a:pt x="3203346" y="152400"/>
                  </a:lnTo>
                  <a:lnTo>
                    <a:pt x="3201720" y="139700"/>
                  </a:lnTo>
                  <a:lnTo>
                    <a:pt x="3211055" y="139700"/>
                  </a:lnTo>
                  <a:lnTo>
                    <a:pt x="3212719" y="152400"/>
                  </a:lnTo>
                  <a:lnTo>
                    <a:pt x="3213925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40" y="5918200"/>
                  </a:moveTo>
                  <a:lnTo>
                    <a:pt x="253" y="5918200"/>
                  </a:lnTo>
                  <a:lnTo>
                    <a:pt x="0" y="5905500"/>
                  </a:lnTo>
                  <a:lnTo>
                    <a:pt x="0" y="177800"/>
                  </a:lnTo>
                  <a:lnTo>
                    <a:pt x="9512" y="177800"/>
                  </a:lnTo>
                  <a:lnTo>
                    <a:pt x="9512" y="5905500"/>
                  </a:lnTo>
                  <a:lnTo>
                    <a:pt x="9740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49" y="5918200"/>
                  </a:lnTo>
                  <a:lnTo>
                    <a:pt x="3205378" y="5905500"/>
                  </a:lnTo>
                  <a:lnTo>
                    <a:pt x="3205378" y="177800"/>
                  </a:lnTo>
                  <a:lnTo>
                    <a:pt x="3214903" y="177800"/>
                  </a:lnTo>
                  <a:lnTo>
                    <a:pt x="3214903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170" y="6007100"/>
                  </a:moveTo>
                  <a:lnTo>
                    <a:pt x="27241" y="6007100"/>
                  </a:lnTo>
                  <a:lnTo>
                    <a:pt x="22821" y="5994400"/>
                  </a:lnTo>
                  <a:lnTo>
                    <a:pt x="18643" y="5981700"/>
                  </a:lnTo>
                  <a:lnTo>
                    <a:pt x="14859" y="5981700"/>
                  </a:lnTo>
                  <a:lnTo>
                    <a:pt x="11480" y="5969000"/>
                  </a:lnTo>
                  <a:lnTo>
                    <a:pt x="8509" y="5956300"/>
                  </a:lnTo>
                  <a:lnTo>
                    <a:pt x="5968" y="5956300"/>
                  </a:lnTo>
                  <a:lnTo>
                    <a:pt x="3848" y="5943600"/>
                  </a:lnTo>
                  <a:lnTo>
                    <a:pt x="2184" y="5930900"/>
                  </a:lnTo>
                  <a:lnTo>
                    <a:pt x="977" y="5918200"/>
                  </a:lnTo>
                  <a:lnTo>
                    <a:pt x="10426" y="5918200"/>
                  </a:lnTo>
                  <a:lnTo>
                    <a:pt x="11569" y="5930900"/>
                  </a:lnTo>
                  <a:lnTo>
                    <a:pt x="13131" y="5943600"/>
                  </a:lnTo>
                  <a:lnTo>
                    <a:pt x="15125" y="5943600"/>
                  </a:lnTo>
                  <a:lnTo>
                    <a:pt x="17538" y="5956300"/>
                  </a:lnTo>
                  <a:lnTo>
                    <a:pt x="20345" y="5969000"/>
                  </a:lnTo>
                  <a:lnTo>
                    <a:pt x="23545" y="5969000"/>
                  </a:lnTo>
                  <a:lnTo>
                    <a:pt x="27127" y="5981700"/>
                  </a:lnTo>
                  <a:lnTo>
                    <a:pt x="31076" y="5994400"/>
                  </a:lnTo>
                  <a:lnTo>
                    <a:pt x="35382" y="5994400"/>
                  </a:lnTo>
                  <a:lnTo>
                    <a:pt x="40170" y="6007100"/>
                  </a:lnTo>
                  <a:close/>
                </a:path>
                <a:path w="3215004" h="6096000">
                  <a:moveTo>
                    <a:pt x="3187661" y="6007100"/>
                  </a:moveTo>
                  <a:lnTo>
                    <a:pt x="3174746" y="6007100"/>
                  </a:lnTo>
                  <a:lnTo>
                    <a:pt x="3179406" y="5994400"/>
                  </a:lnTo>
                  <a:lnTo>
                    <a:pt x="3183724" y="5994400"/>
                  </a:lnTo>
                  <a:lnTo>
                    <a:pt x="3187674" y="5981700"/>
                  </a:lnTo>
                  <a:lnTo>
                    <a:pt x="3191268" y="5969000"/>
                  </a:lnTo>
                  <a:lnTo>
                    <a:pt x="3194481" y="5969000"/>
                  </a:lnTo>
                  <a:lnTo>
                    <a:pt x="3197301" y="5956300"/>
                  </a:lnTo>
                  <a:lnTo>
                    <a:pt x="3199714" y="5943600"/>
                  </a:lnTo>
                  <a:lnTo>
                    <a:pt x="3201720" y="5943600"/>
                  </a:lnTo>
                  <a:lnTo>
                    <a:pt x="3203308" y="5930900"/>
                  </a:lnTo>
                  <a:lnTo>
                    <a:pt x="3204451" y="5918200"/>
                  </a:lnTo>
                  <a:lnTo>
                    <a:pt x="3213950" y="5918200"/>
                  </a:lnTo>
                  <a:lnTo>
                    <a:pt x="3212757" y="5930900"/>
                  </a:lnTo>
                  <a:lnTo>
                    <a:pt x="3211106" y="5943600"/>
                  </a:lnTo>
                  <a:lnTo>
                    <a:pt x="3208997" y="5956300"/>
                  </a:lnTo>
                  <a:lnTo>
                    <a:pt x="3206394" y="5956300"/>
                  </a:lnTo>
                  <a:lnTo>
                    <a:pt x="3203498" y="5969000"/>
                  </a:lnTo>
                  <a:lnTo>
                    <a:pt x="3200133" y="5981700"/>
                  </a:lnTo>
                  <a:lnTo>
                    <a:pt x="3196361" y="5981700"/>
                  </a:lnTo>
                  <a:lnTo>
                    <a:pt x="3192195" y="5994400"/>
                  </a:lnTo>
                  <a:lnTo>
                    <a:pt x="3187661" y="6007100"/>
                  </a:lnTo>
                  <a:close/>
                </a:path>
                <a:path w="3215004" h="6096000">
                  <a:moveTo>
                    <a:pt x="50482" y="6019800"/>
                  </a:moveTo>
                  <a:lnTo>
                    <a:pt x="37401" y="6019800"/>
                  </a:lnTo>
                  <a:lnTo>
                    <a:pt x="32270" y="6007100"/>
                  </a:lnTo>
                  <a:lnTo>
                    <a:pt x="45021" y="6007100"/>
                  </a:lnTo>
                  <a:lnTo>
                    <a:pt x="50482" y="6019800"/>
                  </a:lnTo>
                  <a:close/>
                </a:path>
                <a:path w="3215004" h="6096000">
                  <a:moveTo>
                    <a:pt x="3177362" y="6019800"/>
                  </a:moveTo>
                  <a:lnTo>
                    <a:pt x="3164420" y="6019800"/>
                  </a:lnTo>
                  <a:lnTo>
                    <a:pt x="3169881" y="6007100"/>
                  </a:lnTo>
                  <a:lnTo>
                    <a:pt x="3182759" y="6007100"/>
                  </a:lnTo>
                  <a:lnTo>
                    <a:pt x="3177362" y="6019800"/>
                  </a:lnTo>
                  <a:close/>
                </a:path>
                <a:path w="3215004" h="6096000">
                  <a:moveTo>
                    <a:pt x="62052" y="6032500"/>
                  </a:moveTo>
                  <a:lnTo>
                    <a:pt x="48920" y="6032500"/>
                  </a:lnTo>
                  <a:lnTo>
                    <a:pt x="42989" y="6019800"/>
                  </a:lnTo>
                  <a:lnTo>
                    <a:pt x="55968" y="6019800"/>
                  </a:lnTo>
                  <a:lnTo>
                    <a:pt x="62052" y="6032500"/>
                  </a:lnTo>
                  <a:close/>
                </a:path>
                <a:path w="3215004" h="6096000">
                  <a:moveTo>
                    <a:pt x="3165830" y="6032500"/>
                  </a:moveTo>
                  <a:lnTo>
                    <a:pt x="3152851" y="6032500"/>
                  </a:lnTo>
                  <a:lnTo>
                    <a:pt x="3158947" y="6019800"/>
                  </a:lnTo>
                  <a:lnTo>
                    <a:pt x="3171761" y="6019800"/>
                  </a:lnTo>
                  <a:lnTo>
                    <a:pt x="3165830" y="6032500"/>
                  </a:lnTo>
                  <a:close/>
                </a:path>
                <a:path w="3215004" h="6096000">
                  <a:moveTo>
                    <a:pt x="74777" y="6045200"/>
                  </a:moveTo>
                  <a:lnTo>
                    <a:pt x="61696" y="6045200"/>
                  </a:lnTo>
                  <a:lnTo>
                    <a:pt x="55156" y="6032500"/>
                  </a:lnTo>
                  <a:lnTo>
                    <a:pt x="68110" y="6032500"/>
                  </a:lnTo>
                  <a:lnTo>
                    <a:pt x="74777" y="6045200"/>
                  </a:lnTo>
                  <a:close/>
                </a:path>
                <a:path w="3215004" h="6096000">
                  <a:moveTo>
                    <a:pt x="3153029" y="6045200"/>
                  </a:moveTo>
                  <a:lnTo>
                    <a:pt x="3140125" y="6045200"/>
                  </a:lnTo>
                  <a:lnTo>
                    <a:pt x="3146793" y="6032500"/>
                  </a:lnTo>
                  <a:lnTo>
                    <a:pt x="3159747" y="6032500"/>
                  </a:lnTo>
                  <a:lnTo>
                    <a:pt x="3153029" y="6045200"/>
                  </a:lnTo>
                  <a:close/>
                </a:path>
                <a:path w="3215004" h="6096000">
                  <a:moveTo>
                    <a:pt x="88569" y="6057900"/>
                  </a:moveTo>
                  <a:lnTo>
                    <a:pt x="75844" y="6057900"/>
                  </a:lnTo>
                  <a:lnTo>
                    <a:pt x="68541" y="6045200"/>
                  </a:lnTo>
                  <a:lnTo>
                    <a:pt x="81368" y="6045200"/>
                  </a:lnTo>
                  <a:lnTo>
                    <a:pt x="88569" y="6057900"/>
                  </a:lnTo>
                  <a:close/>
                </a:path>
                <a:path w="3215004" h="6096000">
                  <a:moveTo>
                    <a:pt x="3139236" y="6057900"/>
                  </a:moveTo>
                  <a:lnTo>
                    <a:pt x="3126333" y="6057900"/>
                  </a:lnTo>
                  <a:lnTo>
                    <a:pt x="3133534" y="6045200"/>
                  </a:lnTo>
                  <a:lnTo>
                    <a:pt x="3146183" y="6045200"/>
                  </a:lnTo>
                  <a:lnTo>
                    <a:pt x="3139236" y="6057900"/>
                  </a:lnTo>
                  <a:close/>
                </a:path>
                <a:path w="3215004" h="6096000">
                  <a:moveTo>
                    <a:pt x="111061" y="6070600"/>
                  </a:moveTo>
                  <a:lnTo>
                    <a:pt x="90893" y="6070600"/>
                  </a:lnTo>
                  <a:lnTo>
                    <a:pt x="83235" y="6057900"/>
                  </a:lnTo>
                  <a:lnTo>
                    <a:pt x="103136" y="6057900"/>
                  </a:lnTo>
                  <a:lnTo>
                    <a:pt x="111061" y="6070600"/>
                  </a:lnTo>
                  <a:close/>
                </a:path>
                <a:path w="3215004" h="6096000">
                  <a:moveTo>
                    <a:pt x="3124200" y="6070600"/>
                  </a:moveTo>
                  <a:lnTo>
                    <a:pt x="3103841" y="6070600"/>
                  </a:lnTo>
                  <a:lnTo>
                    <a:pt x="3111766" y="6057900"/>
                  </a:lnTo>
                  <a:lnTo>
                    <a:pt x="3131858" y="6057900"/>
                  </a:lnTo>
                  <a:lnTo>
                    <a:pt x="3124200" y="6070600"/>
                  </a:lnTo>
                  <a:close/>
                </a:path>
                <a:path w="3215004" h="6096000">
                  <a:moveTo>
                    <a:pt x="152615" y="6083300"/>
                  </a:moveTo>
                  <a:lnTo>
                    <a:pt x="115290" y="6083300"/>
                  </a:lnTo>
                  <a:lnTo>
                    <a:pt x="106934" y="6070600"/>
                  </a:lnTo>
                  <a:lnTo>
                    <a:pt x="143725" y="6070600"/>
                  </a:lnTo>
                  <a:lnTo>
                    <a:pt x="152615" y="6083300"/>
                  </a:lnTo>
                  <a:close/>
                </a:path>
                <a:path w="3215004" h="6096000">
                  <a:moveTo>
                    <a:pt x="3099828" y="6083300"/>
                  </a:moveTo>
                  <a:lnTo>
                    <a:pt x="3062287" y="6083300"/>
                  </a:lnTo>
                  <a:lnTo>
                    <a:pt x="3071177" y="6070600"/>
                  </a:lnTo>
                  <a:lnTo>
                    <a:pt x="3108172" y="6070600"/>
                  </a:lnTo>
                  <a:lnTo>
                    <a:pt x="3099828" y="6083300"/>
                  </a:lnTo>
                  <a:close/>
                </a:path>
                <a:path w="3215004" h="6096000">
                  <a:moveTo>
                    <a:pt x="3055137" y="6096000"/>
                  </a:moveTo>
                  <a:lnTo>
                    <a:pt x="160007" y="6096000"/>
                  </a:lnTo>
                  <a:lnTo>
                    <a:pt x="150710" y="6083300"/>
                  </a:lnTo>
                  <a:lnTo>
                    <a:pt x="3064421" y="6083300"/>
                  </a:lnTo>
                  <a:lnTo>
                    <a:pt x="3055137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7990713" y="3130334"/>
            <a:ext cx="3215005" cy="6096000"/>
            <a:chOff x="7990713" y="3130334"/>
            <a:chExt cx="3215005" cy="6096000"/>
          </a:xfrm>
        </p:grpSpPr>
        <p:sp>
          <p:nvSpPr>
            <p:cNvPr id="9" name="object 9"/>
            <p:cNvSpPr/>
            <p:nvPr/>
          </p:nvSpPr>
          <p:spPr>
            <a:xfrm>
              <a:off x="7995475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58" y="6088799"/>
                  </a:moveTo>
                  <a:lnTo>
                    <a:pt x="183845" y="6088799"/>
                  </a:lnTo>
                  <a:lnTo>
                    <a:pt x="134975" y="6082232"/>
                  </a:lnTo>
                  <a:lnTo>
                    <a:pt x="91059" y="6063699"/>
                  </a:lnTo>
                  <a:lnTo>
                    <a:pt x="53851" y="6034952"/>
                  </a:lnTo>
                  <a:lnTo>
                    <a:pt x="25102" y="5997744"/>
                  </a:lnTo>
                  <a:lnTo>
                    <a:pt x="6567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7" y="134971"/>
                  </a:lnTo>
                  <a:lnTo>
                    <a:pt x="25102" y="91054"/>
                  </a:lnTo>
                  <a:lnTo>
                    <a:pt x="53851" y="53846"/>
                  </a:lnTo>
                  <a:lnTo>
                    <a:pt x="91059" y="25099"/>
                  </a:lnTo>
                  <a:lnTo>
                    <a:pt x="134975" y="6567"/>
                  </a:lnTo>
                  <a:lnTo>
                    <a:pt x="183845" y="0"/>
                  </a:lnTo>
                  <a:lnTo>
                    <a:pt x="3021558" y="0"/>
                  </a:lnTo>
                  <a:lnTo>
                    <a:pt x="3070427" y="6567"/>
                  </a:lnTo>
                  <a:lnTo>
                    <a:pt x="3114340" y="25099"/>
                  </a:lnTo>
                  <a:lnTo>
                    <a:pt x="3151546" y="53846"/>
                  </a:lnTo>
                  <a:lnTo>
                    <a:pt x="3180291" y="91054"/>
                  </a:lnTo>
                  <a:lnTo>
                    <a:pt x="3198824" y="134971"/>
                  </a:lnTo>
                  <a:lnTo>
                    <a:pt x="3205391" y="183845"/>
                  </a:lnTo>
                  <a:lnTo>
                    <a:pt x="3205391" y="5904953"/>
                  </a:lnTo>
                  <a:lnTo>
                    <a:pt x="3198824" y="5953827"/>
                  </a:lnTo>
                  <a:lnTo>
                    <a:pt x="3180291" y="5997744"/>
                  </a:lnTo>
                  <a:lnTo>
                    <a:pt x="3151546" y="6034952"/>
                  </a:lnTo>
                  <a:lnTo>
                    <a:pt x="3114340" y="6063699"/>
                  </a:lnTo>
                  <a:lnTo>
                    <a:pt x="3070427" y="6082232"/>
                  </a:lnTo>
                  <a:lnTo>
                    <a:pt x="3021558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990713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400" y="12700"/>
                  </a:moveTo>
                  <a:lnTo>
                    <a:pt x="115087" y="12700"/>
                  </a:lnTo>
                  <a:lnTo>
                    <a:pt x="123647" y="0"/>
                  </a:lnTo>
                  <a:lnTo>
                    <a:pt x="161455" y="0"/>
                  </a:lnTo>
                  <a:lnTo>
                    <a:pt x="152400" y="12700"/>
                  </a:lnTo>
                  <a:close/>
                </a:path>
                <a:path w="3215004" h="6096000">
                  <a:moveTo>
                    <a:pt x="3099625" y="12700"/>
                  </a:moveTo>
                  <a:lnTo>
                    <a:pt x="3062528" y="12700"/>
                  </a:lnTo>
                  <a:lnTo>
                    <a:pt x="3053473" y="0"/>
                  </a:lnTo>
                  <a:lnTo>
                    <a:pt x="3091053" y="0"/>
                  </a:lnTo>
                  <a:lnTo>
                    <a:pt x="3099625" y="12700"/>
                  </a:lnTo>
                  <a:close/>
                </a:path>
                <a:path w="3215004" h="6096000">
                  <a:moveTo>
                    <a:pt x="110870" y="25400"/>
                  </a:moveTo>
                  <a:lnTo>
                    <a:pt x="90716" y="25400"/>
                  </a:lnTo>
                  <a:lnTo>
                    <a:pt x="98602" y="12700"/>
                  </a:lnTo>
                  <a:lnTo>
                    <a:pt x="119011" y="12700"/>
                  </a:lnTo>
                  <a:lnTo>
                    <a:pt x="110870" y="25400"/>
                  </a:lnTo>
                  <a:close/>
                </a:path>
                <a:path w="3215004" h="6096000">
                  <a:moveTo>
                    <a:pt x="3124022" y="25400"/>
                  </a:moveTo>
                  <a:lnTo>
                    <a:pt x="3104057" y="25400"/>
                  </a:lnTo>
                  <a:lnTo>
                    <a:pt x="3095917" y="12700"/>
                  </a:lnTo>
                  <a:lnTo>
                    <a:pt x="3116122" y="12700"/>
                  </a:lnTo>
                  <a:lnTo>
                    <a:pt x="3124022" y="25400"/>
                  </a:lnTo>
                  <a:close/>
                </a:path>
                <a:path w="3215004" h="6096000">
                  <a:moveTo>
                    <a:pt x="88391" y="38100"/>
                  </a:moveTo>
                  <a:lnTo>
                    <a:pt x="68732" y="38100"/>
                  </a:lnTo>
                  <a:lnTo>
                    <a:pt x="75857" y="25400"/>
                  </a:lnTo>
                  <a:lnTo>
                    <a:pt x="95846" y="25400"/>
                  </a:lnTo>
                  <a:lnTo>
                    <a:pt x="88391" y="38100"/>
                  </a:lnTo>
                  <a:close/>
                </a:path>
                <a:path w="3215004" h="6096000">
                  <a:moveTo>
                    <a:pt x="3146374" y="38100"/>
                  </a:moveTo>
                  <a:lnTo>
                    <a:pt x="3126536" y="38100"/>
                  </a:lnTo>
                  <a:lnTo>
                    <a:pt x="3119069" y="25400"/>
                  </a:lnTo>
                  <a:lnTo>
                    <a:pt x="3139249" y="25400"/>
                  </a:lnTo>
                  <a:lnTo>
                    <a:pt x="3146374" y="38100"/>
                  </a:lnTo>
                  <a:close/>
                </a:path>
                <a:path w="3215004" h="6096000">
                  <a:moveTo>
                    <a:pt x="68122" y="50800"/>
                  </a:moveTo>
                  <a:lnTo>
                    <a:pt x="55168" y="50800"/>
                  </a:lnTo>
                  <a:lnTo>
                    <a:pt x="61887" y="38100"/>
                  </a:lnTo>
                  <a:lnTo>
                    <a:pt x="74790" y="38100"/>
                  </a:lnTo>
                  <a:lnTo>
                    <a:pt x="68122" y="50800"/>
                  </a:lnTo>
                  <a:close/>
                </a:path>
                <a:path w="3215004" h="6096000">
                  <a:moveTo>
                    <a:pt x="3159759" y="50800"/>
                  </a:moveTo>
                  <a:lnTo>
                    <a:pt x="3146805" y="50800"/>
                  </a:lnTo>
                  <a:lnTo>
                    <a:pt x="3140138" y="38100"/>
                  </a:lnTo>
                  <a:lnTo>
                    <a:pt x="3153219" y="38100"/>
                  </a:lnTo>
                  <a:lnTo>
                    <a:pt x="3159759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54" y="63500"/>
                  </a:lnTo>
                  <a:lnTo>
                    <a:pt x="49085" y="50800"/>
                  </a:lnTo>
                  <a:lnTo>
                    <a:pt x="62064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26" y="63500"/>
                  </a:moveTo>
                  <a:lnTo>
                    <a:pt x="3158947" y="63500"/>
                  </a:lnTo>
                  <a:lnTo>
                    <a:pt x="3152863" y="50800"/>
                  </a:lnTo>
                  <a:lnTo>
                    <a:pt x="3165995" y="50800"/>
                  </a:lnTo>
                  <a:lnTo>
                    <a:pt x="3171926" y="63500"/>
                  </a:lnTo>
                  <a:close/>
                </a:path>
                <a:path w="3215004" h="6096000">
                  <a:moveTo>
                    <a:pt x="20358" y="127000"/>
                  </a:moveTo>
                  <a:lnTo>
                    <a:pt x="20434" y="114300"/>
                  </a:lnTo>
                  <a:lnTo>
                    <a:pt x="14782" y="114300"/>
                  </a:lnTo>
                  <a:lnTo>
                    <a:pt x="18554" y="101600"/>
                  </a:lnTo>
                  <a:lnTo>
                    <a:pt x="22720" y="88900"/>
                  </a:lnTo>
                  <a:lnTo>
                    <a:pt x="27254" y="88900"/>
                  </a:lnTo>
                  <a:lnTo>
                    <a:pt x="32156" y="76200"/>
                  </a:lnTo>
                  <a:lnTo>
                    <a:pt x="37414" y="63500"/>
                  </a:lnTo>
                  <a:lnTo>
                    <a:pt x="50495" y="63500"/>
                  </a:lnTo>
                  <a:lnTo>
                    <a:pt x="45034" y="76200"/>
                  </a:lnTo>
                  <a:lnTo>
                    <a:pt x="40170" y="76200"/>
                  </a:lnTo>
                  <a:lnTo>
                    <a:pt x="35509" y="88900"/>
                  </a:lnTo>
                  <a:lnTo>
                    <a:pt x="31191" y="101600"/>
                  </a:lnTo>
                  <a:lnTo>
                    <a:pt x="27241" y="101600"/>
                  </a:lnTo>
                  <a:lnTo>
                    <a:pt x="23647" y="114300"/>
                  </a:lnTo>
                  <a:lnTo>
                    <a:pt x="20358" y="127000"/>
                  </a:lnTo>
                  <a:close/>
                </a:path>
                <a:path w="3215004" h="6096000">
                  <a:moveTo>
                    <a:pt x="3194570" y="127000"/>
                  </a:moveTo>
                  <a:lnTo>
                    <a:pt x="3191370" y="114300"/>
                  </a:lnTo>
                  <a:lnTo>
                    <a:pt x="3187788" y="101600"/>
                  </a:lnTo>
                  <a:lnTo>
                    <a:pt x="3183839" y="101600"/>
                  </a:lnTo>
                  <a:lnTo>
                    <a:pt x="3179533" y="88900"/>
                  </a:lnTo>
                  <a:lnTo>
                    <a:pt x="3174745" y="76200"/>
                  </a:lnTo>
                  <a:lnTo>
                    <a:pt x="3169894" y="76200"/>
                  </a:lnTo>
                  <a:lnTo>
                    <a:pt x="3164433" y="63500"/>
                  </a:lnTo>
                  <a:lnTo>
                    <a:pt x="3177514" y="63500"/>
                  </a:lnTo>
                  <a:lnTo>
                    <a:pt x="3182645" y="76200"/>
                  </a:lnTo>
                  <a:lnTo>
                    <a:pt x="3187547" y="88900"/>
                  </a:lnTo>
                  <a:lnTo>
                    <a:pt x="3192094" y="88900"/>
                  </a:lnTo>
                  <a:lnTo>
                    <a:pt x="3196272" y="101600"/>
                  </a:lnTo>
                  <a:lnTo>
                    <a:pt x="3200145" y="114300"/>
                  </a:lnTo>
                  <a:lnTo>
                    <a:pt x="3194494" y="114300"/>
                  </a:lnTo>
                  <a:lnTo>
                    <a:pt x="3194570" y="127000"/>
                  </a:lnTo>
                  <a:close/>
                </a:path>
                <a:path w="3215004" h="6096000">
                  <a:moveTo>
                    <a:pt x="13144" y="152400"/>
                  </a:moveTo>
                  <a:lnTo>
                    <a:pt x="13195" y="139700"/>
                  </a:lnTo>
                  <a:lnTo>
                    <a:pt x="5918" y="139700"/>
                  </a:lnTo>
                  <a:lnTo>
                    <a:pt x="8521" y="127000"/>
                  </a:lnTo>
                  <a:lnTo>
                    <a:pt x="11417" y="114300"/>
                  </a:lnTo>
                  <a:lnTo>
                    <a:pt x="20434" y="114300"/>
                  </a:lnTo>
                  <a:lnTo>
                    <a:pt x="17614" y="127000"/>
                  </a:lnTo>
                  <a:lnTo>
                    <a:pt x="15201" y="139700"/>
                  </a:lnTo>
                  <a:lnTo>
                    <a:pt x="13144" y="152400"/>
                  </a:lnTo>
                  <a:close/>
                </a:path>
                <a:path w="3215004" h="6096000">
                  <a:moveTo>
                    <a:pt x="3201784" y="152400"/>
                  </a:moveTo>
                  <a:lnTo>
                    <a:pt x="3199790" y="139700"/>
                  </a:lnTo>
                  <a:lnTo>
                    <a:pt x="3197377" y="127000"/>
                  </a:lnTo>
                  <a:lnTo>
                    <a:pt x="3194494" y="114300"/>
                  </a:lnTo>
                  <a:lnTo>
                    <a:pt x="3203435" y="114300"/>
                  </a:lnTo>
                  <a:lnTo>
                    <a:pt x="3206407" y="127000"/>
                  </a:lnTo>
                  <a:lnTo>
                    <a:pt x="3208947" y="139700"/>
                  </a:lnTo>
                  <a:lnTo>
                    <a:pt x="3201733" y="139700"/>
                  </a:lnTo>
                  <a:lnTo>
                    <a:pt x="3201784" y="152400"/>
                  </a:lnTo>
                  <a:close/>
                </a:path>
                <a:path w="3215004" h="6096000">
                  <a:moveTo>
                    <a:pt x="9766" y="177800"/>
                  </a:moveTo>
                  <a:lnTo>
                    <a:pt x="241" y="177800"/>
                  </a:lnTo>
                  <a:lnTo>
                    <a:pt x="965" y="165100"/>
                  </a:lnTo>
                  <a:lnTo>
                    <a:pt x="2158" y="152400"/>
                  </a:lnTo>
                  <a:lnTo>
                    <a:pt x="3809" y="139700"/>
                  </a:lnTo>
                  <a:lnTo>
                    <a:pt x="13195" y="139700"/>
                  </a:lnTo>
                  <a:lnTo>
                    <a:pt x="11607" y="152400"/>
                  </a:lnTo>
                  <a:lnTo>
                    <a:pt x="10464" y="165100"/>
                  </a:lnTo>
                  <a:lnTo>
                    <a:pt x="9766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75" y="177800"/>
                  </a:lnTo>
                  <a:lnTo>
                    <a:pt x="3204489" y="165100"/>
                  </a:lnTo>
                  <a:lnTo>
                    <a:pt x="3203346" y="152400"/>
                  </a:lnTo>
                  <a:lnTo>
                    <a:pt x="3201733" y="139700"/>
                  </a:lnTo>
                  <a:lnTo>
                    <a:pt x="3211067" y="139700"/>
                  </a:lnTo>
                  <a:lnTo>
                    <a:pt x="3212731" y="152400"/>
                  </a:lnTo>
                  <a:lnTo>
                    <a:pt x="3213938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53" y="5918200"/>
                  </a:moveTo>
                  <a:lnTo>
                    <a:pt x="253" y="5918200"/>
                  </a:lnTo>
                  <a:lnTo>
                    <a:pt x="12" y="5905500"/>
                  </a:lnTo>
                  <a:lnTo>
                    <a:pt x="0" y="177800"/>
                  </a:lnTo>
                  <a:lnTo>
                    <a:pt x="9525" y="177800"/>
                  </a:lnTo>
                  <a:lnTo>
                    <a:pt x="9525" y="5905500"/>
                  </a:lnTo>
                  <a:lnTo>
                    <a:pt x="9753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62" y="5918200"/>
                  </a:lnTo>
                  <a:lnTo>
                    <a:pt x="3205391" y="5905500"/>
                  </a:lnTo>
                  <a:lnTo>
                    <a:pt x="3205391" y="177800"/>
                  </a:lnTo>
                  <a:lnTo>
                    <a:pt x="3214916" y="177800"/>
                  </a:lnTo>
                  <a:lnTo>
                    <a:pt x="3214916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043" y="6007100"/>
                  </a:moveTo>
                  <a:lnTo>
                    <a:pt x="27254" y="6007100"/>
                  </a:lnTo>
                  <a:lnTo>
                    <a:pt x="22834" y="5994400"/>
                  </a:lnTo>
                  <a:lnTo>
                    <a:pt x="18656" y="5981700"/>
                  </a:lnTo>
                  <a:lnTo>
                    <a:pt x="14871" y="5981700"/>
                  </a:lnTo>
                  <a:lnTo>
                    <a:pt x="11493" y="5969000"/>
                  </a:lnTo>
                  <a:lnTo>
                    <a:pt x="8521" y="5956300"/>
                  </a:lnTo>
                  <a:lnTo>
                    <a:pt x="5981" y="5956300"/>
                  </a:lnTo>
                  <a:lnTo>
                    <a:pt x="3860" y="5943600"/>
                  </a:lnTo>
                  <a:lnTo>
                    <a:pt x="2197" y="5930900"/>
                  </a:lnTo>
                  <a:lnTo>
                    <a:pt x="990" y="5918200"/>
                  </a:lnTo>
                  <a:lnTo>
                    <a:pt x="10439" y="5918200"/>
                  </a:lnTo>
                  <a:lnTo>
                    <a:pt x="11569" y="5930900"/>
                  </a:lnTo>
                  <a:lnTo>
                    <a:pt x="13144" y="5943600"/>
                  </a:lnTo>
                  <a:lnTo>
                    <a:pt x="15138" y="5943600"/>
                  </a:lnTo>
                  <a:lnTo>
                    <a:pt x="17551" y="5956300"/>
                  </a:lnTo>
                  <a:lnTo>
                    <a:pt x="20358" y="5969000"/>
                  </a:lnTo>
                  <a:lnTo>
                    <a:pt x="23558" y="5969000"/>
                  </a:lnTo>
                  <a:lnTo>
                    <a:pt x="27139" y="5981700"/>
                  </a:lnTo>
                  <a:lnTo>
                    <a:pt x="31089" y="5994400"/>
                  </a:lnTo>
                  <a:lnTo>
                    <a:pt x="35394" y="5994400"/>
                  </a:lnTo>
                  <a:lnTo>
                    <a:pt x="40043" y="6007100"/>
                  </a:lnTo>
                  <a:close/>
                </a:path>
                <a:path w="3215004" h="6096000">
                  <a:moveTo>
                    <a:pt x="3187674" y="6007100"/>
                  </a:moveTo>
                  <a:lnTo>
                    <a:pt x="3174745" y="6007100"/>
                  </a:lnTo>
                  <a:lnTo>
                    <a:pt x="3179419" y="5994400"/>
                  </a:lnTo>
                  <a:lnTo>
                    <a:pt x="3183724" y="5994400"/>
                  </a:lnTo>
                  <a:lnTo>
                    <a:pt x="3187687" y="5981700"/>
                  </a:lnTo>
                  <a:lnTo>
                    <a:pt x="3191281" y="5969000"/>
                  </a:lnTo>
                  <a:lnTo>
                    <a:pt x="3194494" y="5969000"/>
                  </a:lnTo>
                  <a:lnTo>
                    <a:pt x="3197313" y="5956300"/>
                  </a:lnTo>
                  <a:lnTo>
                    <a:pt x="3199726" y="5943600"/>
                  </a:lnTo>
                  <a:lnTo>
                    <a:pt x="3201733" y="5943600"/>
                  </a:lnTo>
                  <a:lnTo>
                    <a:pt x="3203320" y="5930900"/>
                  </a:lnTo>
                  <a:lnTo>
                    <a:pt x="3204463" y="5918200"/>
                  </a:lnTo>
                  <a:lnTo>
                    <a:pt x="3213963" y="5918200"/>
                  </a:lnTo>
                  <a:lnTo>
                    <a:pt x="3212769" y="5930900"/>
                  </a:lnTo>
                  <a:lnTo>
                    <a:pt x="3211067" y="5943600"/>
                  </a:lnTo>
                  <a:lnTo>
                    <a:pt x="3209010" y="5956300"/>
                  </a:lnTo>
                  <a:lnTo>
                    <a:pt x="3206407" y="5956300"/>
                  </a:lnTo>
                  <a:lnTo>
                    <a:pt x="3203511" y="5969000"/>
                  </a:lnTo>
                  <a:lnTo>
                    <a:pt x="3200145" y="5981700"/>
                  </a:lnTo>
                  <a:lnTo>
                    <a:pt x="3196374" y="5981700"/>
                  </a:lnTo>
                  <a:lnTo>
                    <a:pt x="3192208" y="5994400"/>
                  </a:lnTo>
                  <a:lnTo>
                    <a:pt x="3187674" y="6007100"/>
                  </a:lnTo>
                  <a:close/>
                </a:path>
                <a:path w="3215004" h="6096000">
                  <a:moveTo>
                    <a:pt x="50495" y="6019800"/>
                  </a:moveTo>
                  <a:lnTo>
                    <a:pt x="37541" y="6019800"/>
                  </a:lnTo>
                  <a:lnTo>
                    <a:pt x="32283" y="6007100"/>
                  </a:lnTo>
                  <a:lnTo>
                    <a:pt x="45034" y="6007100"/>
                  </a:lnTo>
                  <a:lnTo>
                    <a:pt x="50495" y="6019800"/>
                  </a:lnTo>
                  <a:close/>
                </a:path>
                <a:path w="3215004" h="6096000">
                  <a:moveTo>
                    <a:pt x="3177374" y="6019800"/>
                  </a:moveTo>
                  <a:lnTo>
                    <a:pt x="3164433" y="6019800"/>
                  </a:lnTo>
                  <a:lnTo>
                    <a:pt x="3169894" y="6007100"/>
                  </a:lnTo>
                  <a:lnTo>
                    <a:pt x="3182772" y="6007100"/>
                  </a:lnTo>
                  <a:lnTo>
                    <a:pt x="3177374" y="6019800"/>
                  </a:lnTo>
                  <a:close/>
                </a:path>
                <a:path w="3215004" h="6096000">
                  <a:moveTo>
                    <a:pt x="62064" y="6032500"/>
                  </a:moveTo>
                  <a:lnTo>
                    <a:pt x="48933" y="6032500"/>
                  </a:lnTo>
                  <a:lnTo>
                    <a:pt x="43002" y="6019800"/>
                  </a:lnTo>
                  <a:lnTo>
                    <a:pt x="55968" y="6019800"/>
                  </a:lnTo>
                  <a:lnTo>
                    <a:pt x="62064" y="6032500"/>
                  </a:lnTo>
                  <a:close/>
                </a:path>
                <a:path w="3215004" h="6096000">
                  <a:moveTo>
                    <a:pt x="3165843" y="6032500"/>
                  </a:moveTo>
                  <a:lnTo>
                    <a:pt x="3152863" y="6032500"/>
                  </a:lnTo>
                  <a:lnTo>
                    <a:pt x="3158947" y="6019800"/>
                  </a:lnTo>
                  <a:lnTo>
                    <a:pt x="3171774" y="6019800"/>
                  </a:lnTo>
                  <a:lnTo>
                    <a:pt x="3165843" y="6032500"/>
                  </a:lnTo>
                  <a:close/>
                </a:path>
                <a:path w="3215004" h="6096000">
                  <a:moveTo>
                    <a:pt x="74790" y="6045200"/>
                  </a:moveTo>
                  <a:lnTo>
                    <a:pt x="61709" y="6045200"/>
                  </a:lnTo>
                  <a:lnTo>
                    <a:pt x="55168" y="6032500"/>
                  </a:lnTo>
                  <a:lnTo>
                    <a:pt x="68122" y="6032500"/>
                  </a:lnTo>
                  <a:lnTo>
                    <a:pt x="74790" y="6045200"/>
                  </a:lnTo>
                  <a:close/>
                </a:path>
                <a:path w="3215004" h="6096000">
                  <a:moveTo>
                    <a:pt x="3153041" y="6045200"/>
                  </a:moveTo>
                  <a:lnTo>
                    <a:pt x="3140138" y="6045200"/>
                  </a:lnTo>
                  <a:lnTo>
                    <a:pt x="3146805" y="6032500"/>
                  </a:lnTo>
                  <a:lnTo>
                    <a:pt x="3159759" y="6032500"/>
                  </a:lnTo>
                  <a:lnTo>
                    <a:pt x="3153041" y="6045200"/>
                  </a:lnTo>
                  <a:close/>
                </a:path>
                <a:path w="3215004" h="6096000">
                  <a:moveTo>
                    <a:pt x="88582" y="6057900"/>
                  </a:moveTo>
                  <a:lnTo>
                    <a:pt x="75666" y="6057900"/>
                  </a:lnTo>
                  <a:lnTo>
                    <a:pt x="68554" y="6045200"/>
                  </a:lnTo>
                  <a:lnTo>
                    <a:pt x="81381" y="6045200"/>
                  </a:lnTo>
                  <a:lnTo>
                    <a:pt x="88582" y="6057900"/>
                  </a:lnTo>
                  <a:close/>
                </a:path>
                <a:path w="3215004" h="6096000">
                  <a:moveTo>
                    <a:pt x="3139249" y="6057900"/>
                  </a:moveTo>
                  <a:lnTo>
                    <a:pt x="3126346" y="6057900"/>
                  </a:lnTo>
                  <a:lnTo>
                    <a:pt x="3133547" y="6045200"/>
                  </a:lnTo>
                  <a:lnTo>
                    <a:pt x="3146196" y="6045200"/>
                  </a:lnTo>
                  <a:lnTo>
                    <a:pt x="3139249" y="6057900"/>
                  </a:lnTo>
                  <a:close/>
                </a:path>
                <a:path w="3215004" h="6096000">
                  <a:moveTo>
                    <a:pt x="111074" y="6070600"/>
                  </a:moveTo>
                  <a:lnTo>
                    <a:pt x="90906" y="6070600"/>
                  </a:lnTo>
                  <a:lnTo>
                    <a:pt x="83248" y="6057900"/>
                  </a:lnTo>
                  <a:lnTo>
                    <a:pt x="103149" y="6057900"/>
                  </a:lnTo>
                  <a:lnTo>
                    <a:pt x="111074" y="6070600"/>
                  </a:lnTo>
                  <a:close/>
                </a:path>
                <a:path w="3215004" h="6096000">
                  <a:moveTo>
                    <a:pt x="3124212" y="6070600"/>
                  </a:moveTo>
                  <a:lnTo>
                    <a:pt x="3103854" y="6070600"/>
                  </a:lnTo>
                  <a:lnTo>
                    <a:pt x="3111779" y="6057900"/>
                  </a:lnTo>
                  <a:lnTo>
                    <a:pt x="3131858" y="6057900"/>
                  </a:lnTo>
                  <a:lnTo>
                    <a:pt x="3124212" y="6070600"/>
                  </a:lnTo>
                  <a:close/>
                </a:path>
                <a:path w="3215004" h="6096000">
                  <a:moveTo>
                    <a:pt x="152628" y="6083300"/>
                  </a:moveTo>
                  <a:lnTo>
                    <a:pt x="115303" y="6083300"/>
                  </a:lnTo>
                  <a:lnTo>
                    <a:pt x="106946" y="6070600"/>
                  </a:lnTo>
                  <a:lnTo>
                    <a:pt x="143738" y="6070600"/>
                  </a:lnTo>
                  <a:lnTo>
                    <a:pt x="152628" y="6083300"/>
                  </a:lnTo>
                  <a:close/>
                </a:path>
                <a:path w="3215004" h="6096000">
                  <a:moveTo>
                    <a:pt x="3099841" y="6083300"/>
                  </a:moveTo>
                  <a:lnTo>
                    <a:pt x="3062300" y="6083300"/>
                  </a:lnTo>
                  <a:lnTo>
                    <a:pt x="3071190" y="6070600"/>
                  </a:lnTo>
                  <a:lnTo>
                    <a:pt x="3108185" y="6070600"/>
                  </a:lnTo>
                  <a:lnTo>
                    <a:pt x="3099841" y="6083300"/>
                  </a:lnTo>
                  <a:close/>
                </a:path>
                <a:path w="3215004" h="6096000">
                  <a:moveTo>
                    <a:pt x="3055150" y="6096000"/>
                  </a:moveTo>
                  <a:lnTo>
                    <a:pt x="160007" y="6096000"/>
                  </a:lnTo>
                  <a:lnTo>
                    <a:pt x="150723" y="6083300"/>
                  </a:lnTo>
                  <a:lnTo>
                    <a:pt x="3064433" y="6083300"/>
                  </a:lnTo>
                  <a:lnTo>
                    <a:pt x="3055150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724741" y="617397"/>
            <a:ext cx="5822721" cy="394351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1158880" y="575551"/>
            <a:ext cx="19050" cy="2014220"/>
          </a:xfrm>
          <a:custGeom>
            <a:avLst/>
            <a:gdLst/>
            <a:ahLst/>
            <a:cxnLst/>
            <a:rect l="l" t="t" r="r" b="b"/>
            <a:pathLst>
              <a:path w="19050" h="2014220">
                <a:moveTo>
                  <a:pt x="19050" y="2013597"/>
                </a:moveTo>
                <a:lnTo>
                  <a:pt x="0" y="2013597"/>
                </a:lnTo>
                <a:lnTo>
                  <a:pt x="0" y="0"/>
                </a:lnTo>
                <a:lnTo>
                  <a:pt x="19050" y="0"/>
                </a:lnTo>
                <a:lnTo>
                  <a:pt x="19050" y="2013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4741" y="4992052"/>
            <a:ext cx="5822721" cy="394352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25791" y="3322243"/>
            <a:ext cx="260223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500" spc="-14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EXTERNAL</a:t>
            </a:r>
            <a:r>
              <a:rPr sz="150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6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MAINTENANCE </a:t>
            </a:r>
            <a:r>
              <a:rPr sz="1500" spc="-1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50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外围护体系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5791" y="4402378"/>
            <a:ext cx="2890520" cy="46234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锌钢结构框架体系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55" dirty="0">
                <a:latin typeface="宋体" panose="02010600030101010101" pitchFamily="2" charset="-122"/>
                <a:cs typeface="宋体" panose="02010600030101010101" pitchFamily="2" charset="-122"/>
              </a:rPr>
              <a:t>氟碳喷涂铝合金外壳模块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67310" algn="just">
              <a:lnSpc>
                <a:spcPct val="118000"/>
              </a:lnSpc>
            </a:pPr>
            <a:r>
              <a:rPr sz="1500" spc="60" dirty="0">
                <a:latin typeface="宋体" panose="02010600030101010101" pitchFamily="2" charset="-122"/>
                <a:cs typeface="宋体" panose="02010600030101010101" pitchFamily="2" charset="-122"/>
              </a:rPr>
              <a:t>保温防水防潮构造体系中央钢化玻璃门窗中央夹胶钢化玻璃天窗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不锈钢入户门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35" dirty="0">
                <a:latin typeface="宋体" panose="02010600030101010101" pitchFamily="2" charset="-122"/>
                <a:cs typeface="宋体" panose="02010600030101010101" pitchFamily="2" charset="-122"/>
              </a:rPr>
              <a:t>全景阳台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37795">
              <a:lnSpc>
                <a:spcPts val="2130"/>
              </a:lnSpc>
              <a:spcBef>
                <a:spcPts val="120"/>
              </a:spcBef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Galvanized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steel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frame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system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Fluorocarbon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sprayed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aluminum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alloy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shell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module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Insulation,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waterproof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moisture-</a:t>
            </a:r>
            <a:r>
              <a:rPr sz="1500" spc="10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proof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structural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system Central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738505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tempered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doors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windows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7150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Central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laminated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tempered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glass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skylight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Stainless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steel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entrance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door</a:t>
            </a:r>
            <a:r>
              <a:rPr sz="15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Panoramic</a:t>
            </a:r>
            <a:r>
              <a:rPr sz="15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balcony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31233" y="3324148"/>
            <a:ext cx="2477135" cy="5626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1500" spc="-12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EINTERIOR</a:t>
            </a:r>
            <a:r>
              <a:rPr sz="1500" spc="-4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5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DECORATION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45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室内精装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31233" y="4131233"/>
            <a:ext cx="3084195" cy="48945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00" dirty="0">
                <a:latin typeface="宋体" panose="02010600030101010101" pitchFamily="2" charset="-122"/>
                <a:cs typeface="宋体" panose="02010600030101010101" pitchFamily="2" charset="-122"/>
              </a:rPr>
              <a:t>标准色集成天花、 墙面、 模块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18000"/>
              </a:lnSpc>
            </a:pPr>
            <a:r>
              <a:rPr sz="1500" spc="20" dirty="0">
                <a:latin typeface="宋体" panose="02010600030101010101" pitchFamily="2" charset="-122"/>
                <a:cs typeface="宋体" panose="02010600030101010101" pitchFamily="2" charset="-122"/>
              </a:rPr>
              <a:t>环保木地板、 卫生间隐私玻璃门、</a:t>
            </a:r>
            <a:r>
              <a:rPr sz="1500" spc="25" dirty="0">
                <a:latin typeface="宋体" panose="02010600030101010101" pitchFamily="2" charset="-122"/>
                <a:cs typeface="宋体" panose="02010600030101010101" pitchFamily="2" charset="-122"/>
              </a:rPr>
              <a:t>卫生间大理石、瓷砖地面、 定制</a:t>
            </a:r>
            <a:r>
              <a:rPr sz="1500" spc="-5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洗手台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台盘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10" dirty="0">
                <a:latin typeface="宋体" panose="02010600030101010101" pitchFamily="2" charset="-122"/>
                <a:cs typeface="宋体" panose="02010600030101010101" pitchFamily="2" charset="-122"/>
              </a:rPr>
              <a:t>卫浴镜、 马桶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10" dirty="0">
                <a:latin typeface="宋体" panose="02010600030101010101" pitchFamily="2" charset="-122"/>
                <a:cs typeface="宋体" panose="02010600030101010101" pitchFamily="2" charset="-122"/>
              </a:rPr>
              <a:t>龙头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87325">
              <a:lnSpc>
                <a:spcPct val="118000"/>
              </a:lnSpc>
            </a:pP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dirty="0">
                <a:latin typeface="宋体" panose="02010600030101010101" pitchFamily="2" charset="-122"/>
                <a:cs typeface="宋体" panose="02010600030101010101" pitchFamily="2" charset="-122"/>
              </a:rPr>
              <a:t>花洒、 吧台、 全屋照明系统、</a:t>
            </a:r>
            <a:r>
              <a:rPr sz="1500" spc="15" dirty="0">
                <a:latin typeface="宋体" panose="02010600030101010101" pitchFamily="2" charset="-122"/>
                <a:cs typeface="宋体" panose="02010600030101010101" pitchFamily="2" charset="-122"/>
              </a:rPr>
              <a:t>全屋水电系统、 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2P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美的变频冷暖</a:t>
            </a:r>
            <a:r>
              <a:rPr sz="1500" spc="-10" dirty="0">
                <a:latin typeface="宋体" panose="02010600030101010101" pitchFamily="2" charset="-122"/>
                <a:cs typeface="宋体" panose="02010600030101010101" pitchFamily="2" charset="-122"/>
              </a:rPr>
              <a:t>空调、 热水器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320040">
              <a:lnSpc>
                <a:spcPct val="118000"/>
              </a:lnSpc>
            </a:pP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color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ceiling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wall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modules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Environmentally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friendly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wooden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floor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Bathroom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privacy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door</a:t>
            </a:r>
            <a:r>
              <a:rPr sz="1500" spc="-210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Bathroom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marble/ceramic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floor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Customized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sink/table/bathroom</a:t>
            </a:r>
            <a:r>
              <a:rPr sz="15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mirror</a:t>
            </a:r>
            <a:r>
              <a:rPr sz="1500" spc="-50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55" dirty="0">
                <a:latin typeface="Times New Roman" panose="02020603050405020304"/>
                <a:cs typeface="Times New Roman" panose="02020603050405020304"/>
              </a:rPr>
              <a:t>Toilet/faucet/shower</a:t>
            </a:r>
            <a:r>
              <a:rPr sz="1500" spc="-12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Bar</a:t>
            </a:r>
            <a:r>
              <a:rPr sz="1500" spc="-35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Whole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house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lighting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-22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Whole 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house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electricity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2P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Midea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variable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frequency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heating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cooling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air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conditioner</a:t>
            </a:r>
            <a:r>
              <a:rPr sz="1500" spc="-35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-60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heater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36673" y="3297289"/>
            <a:ext cx="218440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500" spc="-8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CUSTOMER</a:t>
            </a:r>
            <a:r>
              <a:rPr sz="1500" spc="-6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7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CONTROL </a:t>
            </a:r>
            <a:r>
              <a:rPr sz="1500" spc="-1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45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客控系统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36673" y="4376153"/>
            <a:ext cx="2534285" cy="2190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13055">
              <a:lnSpc>
                <a:spcPct val="118000"/>
              </a:lnSpc>
              <a:spcBef>
                <a:spcPts val="95"/>
              </a:spcBef>
            </a:pP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插卡取电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取卡断电面板</a:t>
            </a:r>
            <a:r>
              <a:rPr sz="1500" spc="55" dirty="0">
                <a:latin typeface="宋体" panose="02010600030101010101" pitchFamily="2" charset="-122"/>
                <a:cs typeface="宋体" panose="02010600030101010101" pitchFamily="2" charset="-122"/>
              </a:rPr>
              <a:t>多情景模式功能面板照明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照明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窗帘智能集成控制全屋智能语音控制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手机智能门禁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51130">
              <a:lnSpc>
                <a:spcPts val="2130"/>
              </a:lnSpc>
              <a:spcBef>
                <a:spcPts val="125"/>
              </a:spcBef>
            </a:pPr>
            <a:r>
              <a:rPr sz="1500" spc="50" dirty="0">
                <a:latin typeface="Times New Roman" panose="02020603050405020304"/>
                <a:cs typeface="Times New Roman" panose="02020603050405020304"/>
              </a:rPr>
              <a:t>Card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insertion/card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removal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15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off</a:t>
            </a:r>
            <a:r>
              <a:rPr sz="15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panel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500" spc="60" dirty="0">
                <a:latin typeface="Times New Roman" panose="02020603050405020304"/>
                <a:cs typeface="Times New Roman" panose="02020603050405020304"/>
              </a:rPr>
              <a:t>Multi-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scenario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mode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function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36673" y="6540868"/>
            <a:ext cx="2717800" cy="19189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  <a:tabLst>
                <a:tab pos="747395" algn="l"/>
              </a:tabLst>
            </a:pPr>
            <a:r>
              <a:rPr sz="1500" spc="40" dirty="0">
                <a:latin typeface="Times New Roman" panose="02020603050405020304"/>
                <a:cs typeface="Times New Roman" panose="02020603050405020304"/>
              </a:rPr>
              <a:t>panel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lighting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38100">
              <a:lnSpc>
                <a:spcPct val="11800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lighting/curtains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44450">
              <a:lnSpc>
                <a:spcPct val="11800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voice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whole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house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8000"/>
              </a:lnSpc>
            </a:pP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5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15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mobile </a:t>
            </a:r>
            <a:r>
              <a:rPr sz="1500" spc="40" dirty="0">
                <a:latin typeface="Times New Roman" panose="02020603050405020304"/>
                <a:cs typeface="Times New Roman" panose="02020603050405020304"/>
              </a:rPr>
              <a:t>phone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35140" y="1703400"/>
            <a:ext cx="413969" cy="413969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09472" y="507542"/>
            <a:ext cx="69329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0565" algn="l"/>
              </a:tabLst>
            </a:pP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What</a:t>
            </a:r>
            <a:r>
              <a:rPr sz="6000" spc="-229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spc="-43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6000" spc="18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See</a:t>
            </a:r>
            <a:r>
              <a:rPr sz="60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6000" spc="-1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What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9472" y="1269542"/>
            <a:ext cx="25527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8275" algn="l"/>
              </a:tabLst>
            </a:pPr>
            <a:r>
              <a:rPr sz="6000" spc="-43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6000" spc="18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60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Get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23398" y="1685594"/>
            <a:ext cx="265493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精装交付，即装即用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57200" y="3009900"/>
            <a:ext cx="6069965" cy="409003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527292" y="3946664"/>
            <a:ext cx="11760835" cy="6028055"/>
            <a:chOff x="6527292" y="3946664"/>
            <a:chExt cx="11760835" cy="60280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55656" y="3946664"/>
              <a:ext cx="7932343" cy="55030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7292" y="6286499"/>
              <a:ext cx="5375148" cy="368807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73125" y="1150061"/>
            <a:ext cx="6763384" cy="1701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marR="5080">
              <a:lnSpc>
                <a:spcPts val="6000"/>
              </a:lnSpc>
              <a:spcBef>
                <a:spcPts val="1300"/>
              </a:spcBef>
              <a:tabLst>
                <a:tab pos="4845050" algn="l"/>
              </a:tabLst>
            </a:pP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Double</a:t>
            </a:r>
            <a:r>
              <a:rPr sz="6000" b="1" spc="-13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Layer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6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Space 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Capsule</a:t>
            </a:r>
            <a:r>
              <a:rPr sz="6000" b="1" spc="-1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15" dirty="0"/>
              <a:t>太空舱房屋</a:t>
            </a:r>
            <a:endParaRPr spc="415" dirty="0"/>
          </a:p>
        </p:txBody>
      </p:sp>
      <p:sp>
        <p:nvSpPr>
          <p:cNvPr id="8" name="object 8"/>
          <p:cNvSpPr txBox="1"/>
          <p:nvPr/>
        </p:nvSpPr>
        <p:spPr>
          <a:xfrm>
            <a:off x="10718241" y="1078623"/>
            <a:ext cx="6146800" cy="205549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>
              <a:lnSpc>
                <a:spcPts val="2220"/>
              </a:lnSpc>
              <a:spcBef>
                <a:spcPts val="545"/>
              </a:spcBef>
            </a:pP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尺寸（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200" spc="-2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200" b="1" spc="-9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2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11500mm*3</a:t>
            </a:r>
            <a:r>
              <a:rPr sz="2200" spc="-28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200" b="1" spc="-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3200mm*3</a:t>
            </a:r>
            <a:r>
              <a:rPr sz="2200" spc="-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H 3200mm*3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 marR="1540510">
              <a:lnSpc>
                <a:spcPct val="168000"/>
              </a:lnSpc>
              <a:spcBef>
                <a:spcPts val="2215"/>
              </a:spcBef>
            </a:pP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入住人数（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2200" b="1" spc="-2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of guests</a:t>
            </a: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200" spc="-254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2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客舱重量（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2200" b="1" spc="6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weight</a:t>
            </a:r>
            <a:r>
              <a:rPr sz="2200" spc="-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200" spc="-24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7000kg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9843" y="3130334"/>
            <a:ext cx="3215005" cy="6096000"/>
            <a:chOff x="779843" y="3130334"/>
            <a:chExt cx="3215005" cy="6096000"/>
          </a:xfrm>
        </p:grpSpPr>
        <p:sp>
          <p:nvSpPr>
            <p:cNvPr id="3" name="object 3"/>
            <p:cNvSpPr/>
            <p:nvPr/>
          </p:nvSpPr>
          <p:spPr>
            <a:xfrm>
              <a:off x="784605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45" y="6088799"/>
                  </a:moveTo>
                  <a:lnTo>
                    <a:pt x="183832" y="6088799"/>
                  </a:lnTo>
                  <a:lnTo>
                    <a:pt x="134963" y="6082232"/>
                  </a:lnTo>
                  <a:lnTo>
                    <a:pt x="91050" y="6063699"/>
                  </a:lnTo>
                  <a:lnTo>
                    <a:pt x="53844" y="6034952"/>
                  </a:lnTo>
                  <a:lnTo>
                    <a:pt x="25099" y="5997744"/>
                  </a:lnTo>
                  <a:lnTo>
                    <a:pt x="6566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6" y="134971"/>
                  </a:lnTo>
                  <a:lnTo>
                    <a:pt x="25099" y="91054"/>
                  </a:lnTo>
                  <a:lnTo>
                    <a:pt x="53844" y="53846"/>
                  </a:lnTo>
                  <a:lnTo>
                    <a:pt x="91050" y="25099"/>
                  </a:lnTo>
                  <a:lnTo>
                    <a:pt x="134963" y="6567"/>
                  </a:lnTo>
                  <a:lnTo>
                    <a:pt x="183832" y="0"/>
                  </a:lnTo>
                  <a:lnTo>
                    <a:pt x="3021545" y="0"/>
                  </a:lnTo>
                  <a:lnTo>
                    <a:pt x="3070415" y="6567"/>
                  </a:lnTo>
                  <a:lnTo>
                    <a:pt x="3114331" y="25099"/>
                  </a:lnTo>
                  <a:lnTo>
                    <a:pt x="3151539" y="53846"/>
                  </a:lnTo>
                  <a:lnTo>
                    <a:pt x="3180288" y="91054"/>
                  </a:lnTo>
                  <a:lnTo>
                    <a:pt x="3198823" y="134971"/>
                  </a:lnTo>
                  <a:lnTo>
                    <a:pt x="3205391" y="183845"/>
                  </a:lnTo>
                  <a:lnTo>
                    <a:pt x="3205391" y="5904953"/>
                  </a:lnTo>
                  <a:lnTo>
                    <a:pt x="3198823" y="5953827"/>
                  </a:lnTo>
                  <a:lnTo>
                    <a:pt x="3180288" y="5997744"/>
                  </a:lnTo>
                  <a:lnTo>
                    <a:pt x="3151539" y="6034952"/>
                  </a:lnTo>
                  <a:lnTo>
                    <a:pt x="3114331" y="6063699"/>
                  </a:lnTo>
                  <a:lnTo>
                    <a:pt x="3070415" y="6082232"/>
                  </a:lnTo>
                  <a:lnTo>
                    <a:pt x="3021545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9843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387" y="12700"/>
                  </a:moveTo>
                  <a:lnTo>
                    <a:pt x="115074" y="12700"/>
                  </a:lnTo>
                  <a:lnTo>
                    <a:pt x="123647" y="0"/>
                  </a:lnTo>
                  <a:lnTo>
                    <a:pt x="161442" y="0"/>
                  </a:lnTo>
                  <a:lnTo>
                    <a:pt x="152387" y="12700"/>
                  </a:lnTo>
                  <a:close/>
                </a:path>
                <a:path w="3215004" h="6096000">
                  <a:moveTo>
                    <a:pt x="3099612" y="12700"/>
                  </a:moveTo>
                  <a:lnTo>
                    <a:pt x="3062516" y="12700"/>
                  </a:lnTo>
                  <a:lnTo>
                    <a:pt x="3053460" y="0"/>
                  </a:lnTo>
                  <a:lnTo>
                    <a:pt x="3091040" y="0"/>
                  </a:lnTo>
                  <a:lnTo>
                    <a:pt x="3099612" y="12700"/>
                  </a:lnTo>
                  <a:close/>
                </a:path>
                <a:path w="3215004" h="6096000">
                  <a:moveTo>
                    <a:pt x="110858" y="25400"/>
                  </a:moveTo>
                  <a:lnTo>
                    <a:pt x="90703" y="25400"/>
                  </a:lnTo>
                  <a:lnTo>
                    <a:pt x="98590" y="12700"/>
                  </a:lnTo>
                  <a:lnTo>
                    <a:pt x="118999" y="12700"/>
                  </a:lnTo>
                  <a:lnTo>
                    <a:pt x="110858" y="25400"/>
                  </a:lnTo>
                  <a:close/>
                </a:path>
                <a:path w="3215004" h="6096000">
                  <a:moveTo>
                    <a:pt x="3124009" y="25400"/>
                  </a:moveTo>
                  <a:lnTo>
                    <a:pt x="3104045" y="25400"/>
                  </a:lnTo>
                  <a:lnTo>
                    <a:pt x="3095904" y="12700"/>
                  </a:lnTo>
                  <a:lnTo>
                    <a:pt x="3116110" y="12700"/>
                  </a:lnTo>
                  <a:lnTo>
                    <a:pt x="3124009" y="25400"/>
                  </a:lnTo>
                  <a:close/>
                </a:path>
                <a:path w="3215004" h="6096000">
                  <a:moveTo>
                    <a:pt x="88379" y="38100"/>
                  </a:moveTo>
                  <a:lnTo>
                    <a:pt x="68719" y="38100"/>
                  </a:lnTo>
                  <a:lnTo>
                    <a:pt x="75844" y="25400"/>
                  </a:lnTo>
                  <a:lnTo>
                    <a:pt x="95846" y="25400"/>
                  </a:lnTo>
                  <a:lnTo>
                    <a:pt x="88379" y="38100"/>
                  </a:lnTo>
                  <a:close/>
                </a:path>
                <a:path w="3215004" h="6096000">
                  <a:moveTo>
                    <a:pt x="3146361" y="38100"/>
                  </a:moveTo>
                  <a:lnTo>
                    <a:pt x="3126524" y="38100"/>
                  </a:lnTo>
                  <a:lnTo>
                    <a:pt x="3119069" y="25400"/>
                  </a:lnTo>
                  <a:lnTo>
                    <a:pt x="3139249" y="25400"/>
                  </a:lnTo>
                  <a:lnTo>
                    <a:pt x="3146361" y="38100"/>
                  </a:lnTo>
                  <a:close/>
                </a:path>
                <a:path w="3215004" h="6096000">
                  <a:moveTo>
                    <a:pt x="68110" y="50800"/>
                  </a:moveTo>
                  <a:lnTo>
                    <a:pt x="55156" y="50800"/>
                  </a:lnTo>
                  <a:lnTo>
                    <a:pt x="61874" y="38100"/>
                  </a:lnTo>
                  <a:lnTo>
                    <a:pt x="74777" y="38100"/>
                  </a:lnTo>
                  <a:lnTo>
                    <a:pt x="68110" y="50800"/>
                  </a:lnTo>
                  <a:close/>
                </a:path>
                <a:path w="3215004" h="6096000">
                  <a:moveTo>
                    <a:pt x="3159747" y="50800"/>
                  </a:moveTo>
                  <a:lnTo>
                    <a:pt x="3146793" y="50800"/>
                  </a:lnTo>
                  <a:lnTo>
                    <a:pt x="3140125" y="38100"/>
                  </a:lnTo>
                  <a:lnTo>
                    <a:pt x="3153206" y="38100"/>
                  </a:lnTo>
                  <a:lnTo>
                    <a:pt x="3159747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41" y="63500"/>
                  </a:lnTo>
                  <a:lnTo>
                    <a:pt x="49072" y="50800"/>
                  </a:lnTo>
                  <a:lnTo>
                    <a:pt x="62052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13" y="63500"/>
                  </a:moveTo>
                  <a:lnTo>
                    <a:pt x="3158947" y="63500"/>
                  </a:lnTo>
                  <a:lnTo>
                    <a:pt x="3152851" y="50800"/>
                  </a:lnTo>
                  <a:lnTo>
                    <a:pt x="3165983" y="50800"/>
                  </a:lnTo>
                  <a:lnTo>
                    <a:pt x="3171913" y="63500"/>
                  </a:lnTo>
                  <a:close/>
                </a:path>
                <a:path w="3215004" h="6096000">
                  <a:moveTo>
                    <a:pt x="20345" y="127000"/>
                  </a:moveTo>
                  <a:lnTo>
                    <a:pt x="20421" y="114300"/>
                  </a:lnTo>
                  <a:lnTo>
                    <a:pt x="14770" y="114300"/>
                  </a:lnTo>
                  <a:lnTo>
                    <a:pt x="18542" y="101600"/>
                  </a:lnTo>
                  <a:lnTo>
                    <a:pt x="22707" y="88900"/>
                  </a:lnTo>
                  <a:lnTo>
                    <a:pt x="27368" y="88900"/>
                  </a:lnTo>
                  <a:lnTo>
                    <a:pt x="32143" y="76200"/>
                  </a:lnTo>
                  <a:lnTo>
                    <a:pt x="37541" y="63500"/>
                  </a:lnTo>
                  <a:lnTo>
                    <a:pt x="50482" y="63500"/>
                  </a:lnTo>
                  <a:lnTo>
                    <a:pt x="45021" y="76200"/>
                  </a:lnTo>
                  <a:lnTo>
                    <a:pt x="40170" y="76200"/>
                  </a:lnTo>
                  <a:lnTo>
                    <a:pt x="35496" y="88900"/>
                  </a:lnTo>
                  <a:lnTo>
                    <a:pt x="31191" y="101600"/>
                  </a:lnTo>
                  <a:lnTo>
                    <a:pt x="27228" y="101600"/>
                  </a:lnTo>
                  <a:lnTo>
                    <a:pt x="23634" y="114300"/>
                  </a:lnTo>
                  <a:lnTo>
                    <a:pt x="20345" y="127000"/>
                  </a:lnTo>
                  <a:close/>
                </a:path>
                <a:path w="3215004" h="6096000">
                  <a:moveTo>
                    <a:pt x="3194558" y="127000"/>
                  </a:moveTo>
                  <a:lnTo>
                    <a:pt x="3191357" y="114300"/>
                  </a:lnTo>
                  <a:lnTo>
                    <a:pt x="3187776" y="101600"/>
                  </a:lnTo>
                  <a:lnTo>
                    <a:pt x="3183826" y="101600"/>
                  </a:lnTo>
                  <a:lnTo>
                    <a:pt x="3179521" y="88900"/>
                  </a:lnTo>
                  <a:lnTo>
                    <a:pt x="3174872" y="76200"/>
                  </a:lnTo>
                  <a:lnTo>
                    <a:pt x="3169881" y="76200"/>
                  </a:lnTo>
                  <a:lnTo>
                    <a:pt x="3164420" y="63500"/>
                  </a:lnTo>
                  <a:lnTo>
                    <a:pt x="3177374" y="63500"/>
                  </a:lnTo>
                  <a:lnTo>
                    <a:pt x="3182759" y="76200"/>
                  </a:lnTo>
                  <a:lnTo>
                    <a:pt x="3187534" y="88900"/>
                  </a:lnTo>
                  <a:lnTo>
                    <a:pt x="3192081" y="88900"/>
                  </a:lnTo>
                  <a:lnTo>
                    <a:pt x="3196259" y="101600"/>
                  </a:lnTo>
                  <a:lnTo>
                    <a:pt x="3200044" y="114300"/>
                  </a:lnTo>
                  <a:lnTo>
                    <a:pt x="3194481" y="114300"/>
                  </a:lnTo>
                  <a:lnTo>
                    <a:pt x="3194558" y="127000"/>
                  </a:lnTo>
                  <a:close/>
                </a:path>
                <a:path w="3215004" h="6096000">
                  <a:moveTo>
                    <a:pt x="13131" y="152400"/>
                  </a:moveTo>
                  <a:lnTo>
                    <a:pt x="13182" y="139700"/>
                  </a:lnTo>
                  <a:lnTo>
                    <a:pt x="5905" y="139700"/>
                  </a:lnTo>
                  <a:lnTo>
                    <a:pt x="8509" y="127000"/>
                  </a:lnTo>
                  <a:lnTo>
                    <a:pt x="11404" y="114300"/>
                  </a:lnTo>
                  <a:lnTo>
                    <a:pt x="20421" y="114300"/>
                  </a:lnTo>
                  <a:lnTo>
                    <a:pt x="17602" y="127000"/>
                  </a:lnTo>
                  <a:lnTo>
                    <a:pt x="15189" y="139700"/>
                  </a:lnTo>
                  <a:lnTo>
                    <a:pt x="13131" y="152400"/>
                  </a:lnTo>
                  <a:close/>
                </a:path>
                <a:path w="3215004" h="6096000">
                  <a:moveTo>
                    <a:pt x="3201771" y="152400"/>
                  </a:moveTo>
                  <a:lnTo>
                    <a:pt x="3199777" y="139700"/>
                  </a:lnTo>
                  <a:lnTo>
                    <a:pt x="3197364" y="127000"/>
                  </a:lnTo>
                  <a:lnTo>
                    <a:pt x="3194481" y="114300"/>
                  </a:lnTo>
                  <a:lnTo>
                    <a:pt x="3203422" y="114300"/>
                  </a:lnTo>
                  <a:lnTo>
                    <a:pt x="3206394" y="127000"/>
                  </a:lnTo>
                  <a:lnTo>
                    <a:pt x="3208934" y="139700"/>
                  </a:lnTo>
                  <a:lnTo>
                    <a:pt x="3201720" y="139700"/>
                  </a:lnTo>
                  <a:lnTo>
                    <a:pt x="3201771" y="152400"/>
                  </a:lnTo>
                  <a:close/>
                </a:path>
                <a:path w="3215004" h="6096000">
                  <a:moveTo>
                    <a:pt x="9753" y="177800"/>
                  </a:moveTo>
                  <a:lnTo>
                    <a:pt x="241" y="177800"/>
                  </a:lnTo>
                  <a:lnTo>
                    <a:pt x="952" y="165100"/>
                  </a:lnTo>
                  <a:lnTo>
                    <a:pt x="2146" y="152400"/>
                  </a:lnTo>
                  <a:lnTo>
                    <a:pt x="3848" y="139700"/>
                  </a:lnTo>
                  <a:lnTo>
                    <a:pt x="13182" y="139700"/>
                  </a:lnTo>
                  <a:lnTo>
                    <a:pt x="11595" y="152400"/>
                  </a:lnTo>
                  <a:lnTo>
                    <a:pt x="10452" y="165100"/>
                  </a:lnTo>
                  <a:lnTo>
                    <a:pt x="9753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62" y="177800"/>
                  </a:lnTo>
                  <a:lnTo>
                    <a:pt x="3204476" y="165100"/>
                  </a:lnTo>
                  <a:lnTo>
                    <a:pt x="3203346" y="152400"/>
                  </a:lnTo>
                  <a:lnTo>
                    <a:pt x="3201720" y="139700"/>
                  </a:lnTo>
                  <a:lnTo>
                    <a:pt x="3211055" y="139700"/>
                  </a:lnTo>
                  <a:lnTo>
                    <a:pt x="3212719" y="152400"/>
                  </a:lnTo>
                  <a:lnTo>
                    <a:pt x="3213925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40" y="5918200"/>
                  </a:moveTo>
                  <a:lnTo>
                    <a:pt x="253" y="5918200"/>
                  </a:lnTo>
                  <a:lnTo>
                    <a:pt x="0" y="5905500"/>
                  </a:lnTo>
                  <a:lnTo>
                    <a:pt x="0" y="177800"/>
                  </a:lnTo>
                  <a:lnTo>
                    <a:pt x="9512" y="177800"/>
                  </a:lnTo>
                  <a:lnTo>
                    <a:pt x="9512" y="5905500"/>
                  </a:lnTo>
                  <a:lnTo>
                    <a:pt x="9740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49" y="5918200"/>
                  </a:lnTo>
                  <a:lnTo>
                    <a:pt x="3205391" y="5905500"/>
                  </a:lnTo>
                  <a:lnTo>
                    <a:pt x="3205391" y="177800"/>
                  </a:lnTo>
                  <a:lnTo>
                    <a:pt x="3214903" y="177800"/>
                  </a:lnTo>
                  <a:lnTo>
                    <a:pt x="3214916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170" y="6007100"/>
                  </a:moveTo>
                  <a:lnTo>
                    <a:pt x="27241" y="6007100"/>
                  </a:lnTo>
                  <a:lnTo>
                    <a:pt x="22821" y="5994400"/>
                  </a:lnTo>
                  <a:lnTo>
                    <a:pt x="18643" y="5981700"/>
                  </a:lnTo>
                  <a:lnTo>
                    <a:pt x="14859" y="5981700"/>
                  </a:lnTo>
                  <a:lnTo>
                    <a:pt x="11480" y="5969000"/>
                  </a:lnTo>
                  <a:lnTo>
                    <a:pt x="8509" y="5956300"/>
                  </a:lnTo>
                  <a:lnTo>
                    <a:pt x="5968" y="5956300"/>
                  </a:lnTo>
                  <a:lnTo>
                    <a:pt x="3848" y="5943600"/>
                  </a:lnTo>
                  <a:lnTo>
                    <a:pt x="2184" y="5930900"/>
                  </a:lnTo>
                  <a:lnTo>
                    <a:pt x="977" y="5918200"/>
                  </a:lnTo>
                  <a:lnTo>
                    <a:pt x="10426" y="5918200"/>
                  </a:lnTo>
                  <a:lnTo>
                    <a:pt x="11569" y="5930900"/>
                  </a:lnTo>
                  <a:lnTo>
                    <a:pt x="13131" y="5943600"/>
                  </a:lnTo>
                  <a:lnTo>
                    <a:pt x="15125" y="5943600"/>
                  </a:lnTo>
                  <a:lnTo>
                    <a:pt x="17538" y="5956300"/>
                  </a:lnTo>
                  <a:lnTo>
                    <a:pt x="20345" y="5969000"/>
                  </a:lnTo>
                  <a:lnTo>
                    <a:pt x="23545" y="5969000"/>
                  </a:lnTo>
                  <a:lnTo>
                    <a:pt x="27127" y="5981700"/>
                  </a:lnTo>
                  <a:lnTo>
                    <a:pt x="31076" y="5994400"/>
                  </a:lnTo>
                  <a:lnTo>
                    <a:pt x="35382" y="5994400"/>
                  </a:lnTo>
                  <a:lnTo>
                    <a:pt x="40170" y="6007100"/>
                  </a:lnTo>
                  <a:close/>
                </a:path>
                <a:path w="3215004" h="6096000">
                  <a:moveTo>
                    <a:pt x="3187661" y="6007100"/>
                  </a:moveTo>
                  <a:lnTo>
                    <a:pt x="3174746" y="6007100"/>
                  </a:lnTo>
                  <a:lnTo>
                    <a:pt x="3179406" y="5994400"/>
                  </a:lnTo>
                  <a:lnTo>
                    <a:pt x="3183724" y="5994400"/>
                  </a:lnTo>
                  <a:lnTo>
                    <a:pt x="3187674" y="5981700"/>
                  </a:lnTo>
                  <a:lnTo>
                    <a:pt x="3191268" y="5969000"/>
                  </a:lnTo>
                  <a:lnTo>
                    <a:pt x="3194481" y="5969000"/>
                  </a:lnTo>
                  <a:lnTo>
                    <a:pt x="3197301" y="5956300"/>
                  </a:lnTo>
                  <a:lnTo>
                    <a:pt x="3199714" y="5943600"/>
                  </a:lnTo>
                  <a:lnTo>
                    <a:pt x="3201720" y="5943600"/>
                  </a:lnTo>
                  <a:lnTo>
                    <a:pt x="3203308" y="5930900"/>
                  </a:lnTo>
                  <a:lnTo>
                    <a:pt x="3204451" y="5918200"/>
                  </a:lnTo>
                  <a:lnTo>
                    <a:pt x="3213950" y="5918200"/>
                  </a:lnTo>
                  <a:lnTo>
                    <a:pt x="3212757" y="5930900"/>
                  </a:lnTo>
                  <a:lnTo>
                    <a:pt x="3211106" y="5943600"/>
                  </a:lnTo>
                  <a:lnTo>
                    <a:pt x="3208997" y="5956300"/>
                  </a:lnTo>
                  <a:lnTo>
                    <a:pt x="3206394" y="5956300"/>
                  </a:lnTo>
                  <a:lnTo>
                    <a:pt x="3203498" y="5969000"/>
                  </a:lnTo>
                  <a:lnTo>
                    <a:pt x="3200133" y="5981700"/>
                  </a:lnTo>
                  <a:lnTo>
                    <a:pt x="3196361" y="5981700"/>
                  </a:lnTo>
                  <a:lnTo>
                    <a:pt x="3192195" y="5994400"/>
                  </a:lnTo>
                  <a:lnTo>
                    <a:pt x="3187661" y="6007100"/>
                  </a:lnTo>
                  <a:close/>
                </a:path>
                <a:path w="3215004" h="6096000">
                  <a:moveTo>
                    <a:pt x="50482" y="6019800"/>
                  </a:moveTo>
                  <a:lnTo>
                    <a:pt x="37401" y="6019800"/>
                  </a:lnTo>
                  <a:lnTo>
                    <a:pt x="32270" y="6007100"/>
                  </a:lnTo>
                  <a:lnTo>
                    <a:pt x="45021" y="6007100"/>
                  </a:lnTo>
                  <a:lnTo>
                    <a:pt x="50482" y="6019800"/>
                  </a:lnTo>
                  <a:close/>
                </a:path>
                <a:path w="3215004" h="6096000">
                  <a:moveTo>
                    <a:pt x="3177374" y="6019800"/>
                  </a:moveTo>
                  <a:lnTo>
                    <a:pt x="3164420" y="6019800"/>
                  </a:lnTo>
                  <a:lnTo>
                    <a:pt x="3169881" y="6007100"/>
                  </a:lnTo>
                  <a:lnTo>
                    <a:pt x="3182632" y="6007100"/>
                  </a:lnTo>
                  <a:lnTo>
                    <a:pt x="3177374" y="6019800"/>
                  </a:lnTo>
                  <a:close/>
                </a:path>
                <a:path w="3215004" h="6096000">
                  <a:moveTo>
                    <a:pt x="62052" y="6032500"/>
                  </a:moveTo>
                  <a:lnTo>
                    <a:pt x="48920" y="6032500"/>
                  </a:lnTo>
                  <a:lnTo>
                    <a:pt x="42989" y="6019800"/>
                  </a:lnTo>
                  <a:lnTo>
                    <a:pt x="55968" y="6019800"/>
                  </a:lnTo>
                  <a:lnTo>
                    <a:pt x="62052" y="6032500"/>
                  </a:lnTo>
                  <a:close/>
                </a:path>
                <a:path w="3215004" h="6096000">
                  <a:moveTo>
                    <a:pt x="3165830" y="6032500"/>
                  </a:moveTo>
                  <a:lnTo>
                    <a:pt x="3152851" y="6032500"/>
                  </a:lnTo>
                  <a:lnTo>
                    <a:pt x="3158947" y="6019800"/>
                  </a:lnTo>
                  <a:lnTo>
                    <a:pt x="3171761" y="6019800"/>
                  </a:lnTo>
                  <a:lnTo>
                    <a:pt x="3165830" y="6032500"/>
                  </a:lnTo>
                  <a:close/>
                </a:path>
                <a:path w="3215004" h="6096000">
                  <a:moveTo>
                    <a:pt x="74777" y="6045200"/>
                  </a:moveTo>
                  <a:lnTo>
                    <a:pt x="61696" y="6045200"/>
                  </a:lnTo>
                  <a:lnTo>
                    <a:pt x="55156" y="6032500"/>
                  </a:lnTo>
                  <a:lnTo>
                    <a:pt x="68110" y="6032500"/>
                  </a:lnTo>
                  <a:lnTo>
                    <a:pt x="74777" y="6045200"/>
                  </a:lnTo>
                  <a:close/>
                </a:path>
                <a:path w="3215004" h="6096000">
                  <a:moveTo>
                    <a:pt x="3153029" y="6045200"/>
                  </a:moveTo>
                  <a:lnTo>
                    <a:pt x="3140125" y="6045200"/>
                  </a:lnTo>
                  <a:lnTo>
                    <a:pt x="3146793" y="6032500"/>
                  </a:lnTo>
                  <a:lnTo>
                    <a:pt x="3159747" y="6032500"/>
                  </a:lnTo>
                  <a:lnTo>
                    <a:pt x="3153029" y="6045200"/>
                  </a:lnTo>
                  <a:close/>
                </a:path>
                <a:path w="3215004" h="6096000">
                  <a:moveTo>
                    <a:pt x="88569" y="6057900"/>
                  </a:moveTo>
                  <a:lnTo>
                    <a:pt x="75844" y="6057900"/>
                  </a:lnTo>
                  <a:lnTo>
                    <a:pt x="68541" y="6045200"/>
                  </a:lnTo>
                  <a:lnTo>
                    <a:pt x="81368" y="6045200"/>
                  </a:lnTo>
                  <a:lnTo>
                    <a:pt x="88569" y="6057900"/>
                  </a:lnTo>
                  <a:close/>
                </a:path>
                <a:path w="3215004" h="6096000">
                  <a:moveTo>
                    <a:pt x="3139249" y="6057900"/>
                  </a:moveTo>
                  <a:lnTo>
                    <a:pt x="3126333" y="6057900"/>
                  </a:lnTo>
                  <a:lnTo>
                    <a:pt x="3133534" y="6045200"/>
                  </a:lnTo>
                  <a:lnTo>
                    <a:pt x="3146183" y="6045200"/>
                  </a:lnTo>
                  <a:lnTo>
                    <a:pt x="3139249" y="6057900"/>
                  </a:lnTo>
                  <a:close/>
                </a:path>
                <a:path w="3215004" h="6096000">
                  <a:moveTo>
                    <a:pt x="111074" y="6070600"/>
                  </a:moveTo>
                  <a:lnTo>
                    <a:pt x="90893" y="6070600"/>
                  </a:lnTo>
                  <a:lnTo>
                    <a:pt x="83235" y="6057900"/>
                  </a:lnTo>
                  <a:lnTo>
                    <a:pt x="103136" y="6057900"/>
                  </a:lnTo>
                  <a:lnTo>
                    <a:pt x="111074" y="6070600"/>
                  </a:lnTo>
                  <a:close/>
                </a:path>
                <a:path w="3215004" h="6096000">
                  <a:moveTo>
                    <a:pt x="3124199" y="6070600"/>
                  </a:moveTo>
                  <a:lnTo>
                    <a:pt x="3103841" y="6070600"/>
                  </a:lnTo>
                  <a:lnTo>
                    <a:pt x="3111766" y="6057900"/>
                  </a:lnTo>
                  <a:lnTo>
                    <a:pt x="3131858" y="6057900"/>
                  </a:lnTo>
                  <a:lnTo>
                    <a:pt x="3124199" y="6070600"/>
                  </a:lnTo>
                  <a:close/>
                </a:path>
                <a:path w="3215004" h="6096000">
                  <a:moveTo>
                    <a:pt x="152615" y="6083300"/>
                  </a:moveTo>
                  <a:lnTo>
                    <a:pt x="115290" y="6083300"/>
                  </a:lnTo>
                  <a:lnTo>
                    <a:pt x="106934" y="6070600"/>
                  </a:lnTo>
                  <a:lnTo>
                    <a:pt x="143725" y="6070600"/>
                  </a:lnTo>
                  <a:lnTo>
                    <a:pt x="152615" y="6083300"/>
                  </a:lnTo>
                  <a:close/>
                </a:path>
                <a:path w="3215004" h="6096000">
                  <a:moveTo>
                    <a:pt x="3099828" y="6083300"/>
                  </a:moveTo>
                  <a:lnTo>
                    <a:pt x="3062287" y="6083300"/>
                  </a:lnTo>
                  <a:lnTo>
                    <a:pt x="3071177" y="6070600"/>
                  </a:lnTo>
                  <a:lnTo>
                    <a:pt x="3108185" y="6070600"/>
                  </a:lnTo>
                  <a:lnTo>
                    <a:pt x="3099828" y="6083300"/>
                  </a:lnTo>
                  <a:close/>
                </a:path>
                <a:path w="3215004" h="6096000">
                  <a:moveTo>
                    <a:pt x="3055137" y="6096000"/>
                  </a:moveTo>
                  <a:lnTo>
                    <a:pt x="160007" y="6096000"/>
                  </a:lnTo>
                  <a:lnTo>
                    <a:pt x="150710" y="6083300"/>
                  </a:lnTo>
                  <a:lnTo>
                    <a:pt x="3064421" y="6083300"/>
                  </a:lnTo>
                  <a:lnTo>
                    <a:pt x="3055137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4385284" y="3130334"/>
            <a:ext cx="3215005" cy="6096000"/>
            <a:chOff x="4385284" y="3130334"/>
            <a:chExt cx="3215005" cy="6096000"/>
          </a:xfrm>
        </p:grpSpPr>
        <p:sp>
          <p:nvSpPr>
            <p:cNvPr id="6" name="object 6"/>
            <p:cNvSpPr/>
            <p:nvPr/>
          </p:nvSpPr>
          <p:spPr>
            <a:xfrm>
              <a:off x="4390047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45" y="6088799"/>
                  </a:moveTo>
                  <a:lnTo>
                    <a:pt x="183832" y="6088799"/>
                  </a:lnTo>
                  <a:lnTo>
                    <a:pt x="134963" y="6082232"/>
                  </a:lnTo>
                  <a:lnTo>
                    <a:pt x="91050" y="6063699"/>
                  </a:lnTo>
                  <a:lnTo>
                    <a:pt x="53844" y="6034952"/>
                  </a:lnTo>
                  <a:lnTo>
                    <a:pt x="25099" y="5997744"/>
                  </a:lnTo>
                  <a:lnTo>
                    <a:pt x="6566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6" y="134971"/>
                  </a:lnTo>
                  <a:lnTo>
                    <a:pt x="25099" y="91054"/>
                  </a:lnTo>
                  <a:lnTo>
                    <a:pt x="53844" y="53846"/>
                  </a:lnTo>
                  <a:lnTo>
                    <a:pt x="91050" y="25099"/>
                  </a:lnTo>
                  <a:lnTo>
                    <a:pt x="134963" y="6567"/>
                  </a:lnTo>
                  <a:lnTo>
                    <a:pt x="183832" y="0"/>
                  </a:lnTo>
                  <a:lnTo>
                    <a:pt x="3021545" y="0"/>
                  </a:lnTo>
                  <a:lnTo>
                    <a:pt x="3070414" y="6567"/>
                  </a:lnTo>
                  <a:lnTo>
                    <a:pt x="3114327" y="25099"/>
                  </a:lnTo>
                  <a:lnTo>
                    <a:pt x="3151533" y="53846"/>
                  </a:lnTo>
                  <a:lnTo>
                    <a:pt x="3180278" y="91054"/>
                  </a:lnTo>
                  <a:lnTo>
                    <a:pt x="3198811" y="134971"/>
                  </a:lnTo>
                  <a:lnTo>
                    <a:pt x="3205378" y="183845"/>
                  </a:lnTo>
                  <a:lnTo>
                    <a:pt x="3205378" y="5904953"/>
                  </a:lnTo>
                  <a:lnTo>
                    <a:pt x="3198811" y="5953827"/>
                  </a:lnTo>
                  <a:lnTo>
                    <a:pt x="3180278" y="5997744"/>
                  </a:lnTo>
                  <a:lnTo>
                    <a:pt x="3151533" y="6034952"/>
                  </a:lnTo>
                  <a:lnTo>
                    <a:pt x="3114327" y="6063699"/>
                  </a:lnTo>
                  <a:lnTo>
                    <a:pt x="3070414" y="6082232"/>
                  </a:lnTo>
                  <a:lnTo>
                    <a:pt x="3021545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85284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387" y="12700"/>
                  </a:moveTo>
                  <a:lnTo>
                    <a:pt x="115074" y="12700"/>
                  </a:lnTo>
                  <a:lnTo>
                    <a:pt x="123647" y="0"/>
                  </a:lnTo>
                  <a:lnTo>
                    <a:pt x="161442" y="0"/>
                  </a:lnTo>
                  <a:lnTo>
                    <a:pt x="152387" y="12700"/>
                  </a:lnTo>
                  <a:close/>
                </a:path>
                <a:path w="3215004" h="6096000">
                  <a:moveTo>
                    <a:pt x="3099612" y="12700"/>
                  </a:moveTo>
                  <a:lnTo>
                    <a:pt x="3062516" y="12700"/>
                  </a:lnTo>
                  <a:lnTo>
                    <a:pt x="3053460" y="0"/>
                  </a:lnTo>
                  <a:lnTo>
                    <a:pt x="3091040" y="0"/>
                  </a:lnTo>
                  <a:lnTo>
                    <a:pt x="3099612" y="12700"/>
                  </a:lnTo>
                  <a:close/>
                </a:path>
                <a:path w="3215004" h="6096000">
                  <a:moveTo>
                    <a:pt x="110858" y="25400"/>
                  </a:moveTo>
                  <a:lnTo>
                    <a:pt x="90703" y="25400"/>
                  </a:lnTo>
                  <a:lnTo>
                    <a:pt x="98590" y="12700"/>
                  </a:lnTo>
                  <a:lnTo>
                    <a:pt x="118999" y="12700"/>
                  </a:lnTo>
                  <a:lnTo>
                    <a:pt x="110858" y="25400"/>
                  </a:lnTo>
                  <a:close/>
                </a:path>
                <a:path w="3215004" h="6096000">
                  <a:moveTo>
                    <a:pt x="3124009" y="25400"/>
                  </a:moveTo>
                  <a:lnTo>
                    <a:pt x="3104045" y="25400"/>
                  </a:lnTo>
                  <a:lnTo>
                    <a:pt x="3095904" y="12700"/>
                  </a:lnTo>
                  <a:lnTo>
                    <a:pt x="3116110" y="12700"/>
                  </a:lnTo>
                  <a:lnTo>
                    <a:pt x="3124009" y="25400"/>
                  </a:lnTo>
                  <a:close/>
                </a:path>
                <a:path w="3215004" h="6096000">
                  <a:moveTo>
                    <a:pt x="88379" y="38100"/>
                  </a:moveTo>
                  <a:lnTo>
                    <a:pt x="68719" y="38100"/>
                  </a:lnTo>
                  <a:lnTo>
                    <a:pt x="75844" y="25400"/>
                  </a:lnTo>
                  <a:lnTo>
                    <a:pt x="95846" y="25400"/>
                  </a:lnTo>
                  <a:lnTo>
                    <a:pt x="88379" y="38100"/>
                  </a:lnTo>
                  <a:close/>
                </a:path>
                <a:path w="3215004" h="6096000">
                  <a:moveTo>
                    <a:pt x="3146361" y="38100"/>
                  </a:moveTo>
                  <a:lnTo>
                    <a:pt x="3126524" y="38100"/>
                  </a:lnTo>
                  <a:lnTo>
                    <a:pt x="3119056" y="25400"/>
                  </a:lnTo>
                  <a:lnTo>
                    <a:pt x="3139236" y="25400"/>
                  </a:lnTo>
                  <a:lnTo>
                    <a:pt x="3146361" y="38100"/>
                  </a:lnTo>
                  <a:close/>
                </a:path>
                <a:path w="3215004" h="6096000">
                  <a:moveTo>
                    <a:pt x="68110" y="50800"/>
                  </a:moveTo>
                  <a:lnTo>
                    <a:pt x="55156" y="50800"/>
                  </a:lnTo>
                  <a:lnTo>
                    <a:pt x="61874" y="38100"/>
                  </a:lnTo>
                  <a:lnTo>
                    <a:pt x="74777" y="38100"/>
                  </a:lnTo>
                  <a:lnTo>
                    <a:pt x="68110" y="50800"/>
                  </a:lnTo>
                  <a:close/>
                </a:path>
                <a:path w="3215004" h="6096000">
                  <a:moveTo>
                    <a:pt x="3159747" y="50800"/>
                  </a:moveTo>
                  <a:lnTo>
                    <a:pt x="3146793" y="50800"/>
                  </a:lnTo>
                  <a:lnTo>
                    <a:pt x="3140125" y="38100"/>
                  </a:lnTo>
                  <a:lnTo>
                    <a:pt x="3153206" y="38100"/>
                  </a:lnTo>
                  <a:lnTo>
                    <a:pt x="3159747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41" y="63500"/>
                  </a:lnTo>
                  <a:lnTo>
                    <a:pt x="49072" y="50800"/>
                  </a:lnTo>
                  <a:lnTo>
                    <a:pt x="62052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13" y="63500"/>
                  </a:moveTo>
                  <a:lnTo>
                    <a:pt x="3158947" y="63500"/>
                  </a:lnTo>
                  <a:lnTo>
                    <a:pt x="3152851" y="50800"/>
                  </a:lnTo>
                  <a:lnTo>
                    <a:pt x="3165982" y="50800"/>
                  </a:lnTo>
                  <a:lnTo>
                    <a:pt x="3171913" y="63500"/>
                  </a:lnTo>
                  <a:close/>
                </a:path>
                <a:path w="3215004" h="6096000">
                  <a:moveTo>
                    <a:pt x="20345" y="127000"/>
                  </a:moveTo>
                  <a:lnTo>
                    <a:pt x="20421" y="114300"/>
                  </a:lnTo>
                  <a:lnTo>
                    <a:pt x="14770" y="114300"/>
                  </a:lnTo>
                  <a:lnTo>
                    <a:pt x="18541" y="101600"/>
                  </a:lnTo>
                  <a:lnTo>
                    <a:pt x="22707" y="88900"/>
                  </a:lnTo>
                  <a:lnTo>
                    <a:pt x="27241" y="88900"/>
                  </a:lnTo>
                  <a:lnTo>
                    <a:pt x="32143" y="76200"/>
                  </a:lnTo>
                  <a:lnTo>
                    <a:pt x="37541" y="63500"/>
                  </a:lnTo>
                  <a:lnTo>
                    <a:pt x="50482" y="63500"/>
                  </a:lnTo>
                  <a:lnTo>
                    <a:pt x="45021" y="76200"/>
                  </a:lnTo>
                  <a:lnTo>
                    <a:pt x="40170" y="76200"/>
                  </a:lnTo>
                  <a:lnTo>
                    <a:pt x="35496" y="88900"/>
                  </a:lnTo>
                  <a:lnTo>
                    <a:pt x="31191" y="101600"/>
                  </a:lnTo>
                  <a:lnTo>
                    <a:pt x="27228" y="101600"/>
                  </a:lnTo>
                  <a:lnTo>
                    <a:pt x="23634" y="114300"/>
                  </a:lnTo>
                  <a:lnTo>
                    <a:pt x="20345" y="127000"/>
                  </a:lnTo>
                  <a:close/>
                </a:path>
                <a:path w="3215004" h="6096000">
                  <a:moveTo>
                    <a:pt x="3194557" y="127000"/>
                  </a:moveTo>
                  <a:lnTo>
                    <a:pt x="3191357" y="114300"/>
                  </a:lnTo>
                  <a:lnTo>
                    <a:pt x="3187776" y="101600"/>
                  </a:lnTo>
                  <a:lnTo>
                    <a:pt x="3183826" y="101600"/>
                  </a:lnTo>
                  <a:lnTo>
                    <a:pt x="3179521" y="88900"/>
                  </a:lnTo>
                  <a:lnTo>
                    <a:pt x="3174873" y="76200"/>
                  </a:lnTo>
                  <a:lnTo>
                    <a:pt x="3169881" y="76200"/>
                  </a:lnTo>
                  <a:lnTo>
                    <a:pt x="3164420" y="63500"/>
                  </a:lnTo>
                  <a:lnTo>
                    <a:pt x="3177501" y="63500"/>
                  </a:lnTo>
                  <a:lnTo>
                    <a:pt x="3182632" y="76200"/>
                  </a:lnTo>
                  <a:lnTo>
                    <a:pt x="3187534" y="88900"/>
                  </a:lnTo>
                  <a:lnTo>
                    <a:pt x="3192081" y="88900"/>
                  </a:lnTo>
                  <a:lnTo>
                    <a:pt x="3196259" y="101600"/>
                  </a:lnTo>
                  <a:lnTo>
                    <a:pt x="3200044" y="114300"/>
                  </a:lnTo>
                  <a:lnTo>
                    <a:pt x="3194481" y="114300"/>
                  </a:lnTo>
                  <a:lnTo>
                    <a:pt x="3194557" y="127000"/>
                  </a:lnTo>
                  <a:close/>
                </a:path>
                <a:path w="3215004" h="6096000">
                  <a:moveTo>
                    <a:pt x="13131" y="152400"/>
                  </a:moveTo>
                  <a:lnTo>
                    <a:pt x="13182" y="139700"/>
                  </a:lnTo>
                  <a:lnTo>
                    <a:pt x="5905" y="139700"/>
                  </a:lnTo>
                  <a:lnTo>
                    <a:pt x="8509" y="127000"/>
                  </a:lnTo>
                  <a:lnTo>
                    <a:pt x="11404" y="114300"/>
                  </a:lnTo>
                  <a:lnTo>
                    <a:pt x="20421" y="114300"/>
                  </a:lnTo>
                  <a:lnTo>
                    <a:pt x="17602" y="127000"/>
                  </a:lnTo>
                  <a:lnTo>
                    <a:pt x="15189" y="139700"/>
                  </a:lnTo>
                  <a:lnTo>
                    <a:pt x="13131" y="152400"/>
                  </a:lnTo>
                  <a:close/>
                </a:path>
                <a:path w="3215004" h="6096000">
                  <a:moveTo>
                    <a:pt x="3201771" y="152400"/>
                  </a:moveTo>
                  <a:lnTo>
                    <a:pt x="3199777" y="139700"/>
                  </a:lnTo>
                  <a:lnTo>
                    <a:pt x="3197364" y="127000"/>
                  </a:lnTo>
                  <a:lnTo>
                    <a:pt x="3194481" y="114300"/>
                  </a:lnTo>
                  <a:lnTo>
                    <a:pt x="3203422" y="114300"/>
                  </a:lnTo>
                  <a:lnTo>
                    <a:pt x="3206394" y="127000"/>
                  </a:lnTo>
                  <a:lnTo>
                    <a:pt x="3208934" y="139700"/>
                  </a:lnTo>
                  <a:lnTo>
                    <a:pt x="3201720" y="139700"/>
                  </a:lnTo>
                  <a:lnTo>
                    <a:pt x="3201771" y="152400"/>
                  </a:lnTo>
                  <a:close/>
                </a:path>
                <a:path w="3215004" h="6096000">
                  <a:moveTo>
                    <a:pt x="9753" y="177800"/>
                  </a:moveTo>
                  <a:lnTo>
                    <a:pt x="241" y="177800"/>
                  </a:lnTo>
                  <a:lnTo>
                    <a:pt x="952" y="165100"/>
                  </a:lnTo>
                  <a:lnTo>
                    <a:pt x="2146" y="152400"/>
                  </a:lnTo>
                  <a:lnTo>
                    <a:pt x="3848" y="139700"/>
                  </a:lnTo>
                  <a:lnTo>
                    <a:pt x="13182" y="139700"/>
                  </a:lnTo>
                  <a:lnTo>
                    <a:pt x="11595" y="152400"/>
                  </a:lnTo>
                  <a:lnTo>
                    <a:pt x="10452" y="165100"/>
                  </a:lnTo>
                  <a:lnTo>
                    <a:pt x="9753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62" y="177800"/>
                  </a:lnTo>
                  <a:lnTo>
                    <a:pt x="3204476" y="165100"/>
                  </a:lnTo>
                  <a:lnTo>
                    <a:pt x="3203346" y="152400"/>
                  </a:lnTo>
                  <a:lnTo>
                    <a:pt x="3201720" y="139700"/>
                  </a:lnTo>
                  <a:lnTo>
                    <a:pt x="3211055" y="139700"/>
                  </a:lnTo>
                  <a:lnTo>
                    <a:pt x="3212719" y="152400"/>
                  </a:lnTo>
                  <a:lnTo>
                    <a:pt x="3213925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40" y="5918200"/>
                  </a:moveTo>
                  <a:lnTo>
                    <a:pt x="253" y="5918200"/>
                  </a:lnTo>
                  <a:lnTo>
                    <a:pt x="0" y="5905500"/>
                  </a:lnTo>
                  <a:lnTo>
                    <a:pt x="0" y="177800"/>
                  </a:lnTo>
                  <a:lnTo>
                    <a:pt x="9512" y="177800"/>
                  </a:lnTo>
                  <a:lnTo>
                    <a:pt x="9512" y="5905500"/>
                  </a:lnTo>
                  <a:lnTo>
                    <a:pt x="9740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49" y="5918200"/>
                  </a:lnTo>
                  <a:lnTo>
                    <a:pt x="3205378" y="5905500"/>
                  </a:lnTo>
                  <a:lnTo>
                    <a:pt x="3205378" y="177800"/>
                  </a:lnTo>
                  <a:lnTo>
                    <a:pt x="3214903" y="177800"/>
                  </a:lnTo>
                  <a:lnTo>
                    <a:pt x="3214903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170" y="6007100"/>
                  </a:moveTo>
                  <a:lnTo>
                    <a:pt x="27241" y="6007100"/>
                  </a:lnTo>
                  <a:lnTo>
                    <a:pt x="22821" y="5994400"/>
                  </a:lnTo>
                  <a:lnTo>
                    <a:pt x="18643" y="5981700"/>
                  </a:lnTo>
                  <a:lnTo>
                    <a:pt x="14859" y="5981700"/>
                  </a:lnTo>
                  <a:lnTo>
                    <a:pt x="11480" y="5969000"/>
                  </a:lnTo>
                  <a:lnTo>
                    <a:pt x="8509" y="5956300"/>
                  </a:lnTo>
                  <a:lnTo>
                    <a:pt x="5968" y="5956300"/>
                  </a:lnTo>
                  <a:lnTo>
                    <a:pt x="3848" y="5943600"/>
                  </a:lnTo>
                  <a:lnTo>
                    <a:pt x="2184" y="5930900"/>
                  </a:lnTo>
                  <a:lnTo>
                    <a:pt x="977" y="5918200"/>
                  </a:lnTo>
                  <a:lnTo>
                    <a:pt x="10426" y="5918200"/>
                  </a:lnTo>
                  <a:lnTo>
                    <a:pt x="11569" y="5930900"/>
                  </a:lnTo>
                  <a:lnTo>
                    <a:pt x="13131" y="5943600"/>
                  </a:lnTo>
                  <a:lnTo>
                    <a:pt x="15125" y="5943600"/>
                  </a:lnTo>
                  <a:lnTo>
                    <a:pt x="17538" y="5956300"/>
                  </a:lnTo>
                  <a:lnTo>
                    <a:pt x="20345" y="5969000"/>
                  </a:lnTo>
                  <a:lnTo>
                    <a:pt x="23545" y="5969000"/>
                  </a:lnTo>
                  <a:lnTo>
                    <a:pt x="27127" y="5981700"/>
                  </a:lnTo>
                  <a:lnTo>
                    <a:pt x="31076" y="5994400"/>
                  </a:lnTo>
                  <a:lnTo>
                    <a:pt x="35382" y="5994400"/>
                  </a:lnTo>
                  <a:lnTo>
                    <a:pt x="40170" y="6007100"/>
                  </a:lnTo>
                  <a:close/>
                </a:path>
                <a:path w="3215004" h="6096000">
                  <a:moveTo>
                    <a:pt x="3187661" y="6007100"/>
                  </a:moveTo>
                  <a:lnTo>
                    <a:pt x="3174746" y="6007100"/>
                  </a:lnTo>
                  <a:lnTo>
                    <a:pt x="3179406" y="5994400"/>
                  </a:lnTo>
                  <a:lnTo>
                    <a:pt x="3183724" y="5994400"/>
                  </a:lnTo>
                  <a:lnTo>
                    <a:pt x="3187674" y="5981700"/>
                  </a:lnTo>
                  <a:lnTo>
                    <a:pt x="3191268" y="5969000"/>
                  </a:lnTo>
                  <a:lnTo>
                    <a:pt x="3194481" y="5969000"/>
                  </a:lnTo>
                  <a:lnTo>
                    <a:pt x="3197301" y="5956300"/>
                  </a:lnTo>
                  <a:lnTo>
                    <a:pt x="3199714" y="5943600"/>
                  </a:lnTo>
                  <a:lnTo>
                    <a:pt x="3201720" y="5943600"/>
                  </a:lnTo>
                  <a:lnTo>
                    <a:pt x="3203308" y="5930900"/>
                  </a:lnTo>
                  <a:lnTo>
                    <a:pt x="3204451" y="5918200"/>
                  </a:lnTo>
                  <a:lnTo>
                    <a:pt x="3213950" y="5918200"/>
                  </a:lnTo>
                  <a:lnTo>
                    <a:pt x="3212757" y="5930900"/>
                  </a:lnTo>
                  <a:lnTo>
                    <a:pt x="3211106" y="5943600"/>
                  </a:lnTo>
                  <a:lnTo>
                    <a:pt x="3208997" y="5956300"/>
                  </a:lnTo>
                  <a:lnTo>
                    <a:pt x="3206394" y="5956300"/>
                  </a:lnTo>
                  <a:lnTo>
                    <a:pt x="3203498" y="5969000"/>
                  </a:lnTo>
                  <a:lnTo>
                    <a:pt x="3200133" y="5981700"/>
                  </a:lnTo>
                  <a:lnTo>
                    <a:pt x="3196361" y="5981700"/>
                  </a:lnTo>
                  <a:lnTo>
                    <a:pt x="3192195" y="5994400"/>
                  </a:lnTo>
                  <a:lnTo>
                    <a:pt x="3187661" y="6007100"/>
                  </a:lnTo>
                  <a:close/>
                </a:path>
                <a:path w="3215004" h="6096000">
                  <a:moveTo>
                    <a:pt x="50482" y="6019800"/>
                  </a:moveTo>
                  <a:lnTo>
                    <a:pt x="37401" y="6019800"/>
                  </a:lnTo>
                  <a:lnTo>
                    <a:pt x="32270" y="6007100"/>
                  </a:lnTo>
                  <a:lnTo>
                    <a:pt x="45021" y="6007100"/>
                  </a:lnTo>
                  <a:lnTo>
                    <a:pt x="50482" y="6019800"/>
                  </a:lnTo>
                  <a:close/>
                </a:path>
                <a:path w="3215004" h="6096000">
                  <a:moveTo>
                    <a:pt x="3177362" y="6019800"/>
                  </a:moveTo>
                  <a:lnTo>
                    <a:pt x="3164420" y="6019800"/>
                  </a:lnTo>
                  <a:lnTo>
                    <a:pt x="3169881" y="6007100"/>
                  </a:lnTo>
                  <a:lnTo>
                    <a:pt x="3182759" y="6007100"/>
                  </a:lnTo>
                  <a:lnTo>
                    <a:pt x="3177362" y="6019800"/>
                  </a:lnTo>
                  <a:close/>
                </a:path>
                <a:path w="3215004" h="6096000">
                  <a:moveTo>
                    <a:pt x="62052" y="6032500"/>
                  </a:moveTo>
                  <a:lnTo>
                    <a:pt x="48920" y="6032500"/>
                  </a:lnTo>
                  <a:lnTo>
                    <a:pt x="42989" y="6019800"/>
                  </a:lnTo>
                  <a:lnTo>
                    <a:pt x="55968" y="6019800"/>
                  </a:lnTo>
                  <a:lnTo>
                    <a:pt x="62052" y="6032500"/>
                  </a:lnTo>
                  <a:close/>
                </a:path>
                <a:path w="3215004" h="6096000">
                  <a:moveTo>
                    <a:pt x="3165830" y="6032500"/>
                  </a:moveTo>
                  <a:lnTo>
                    <a:pt x="3152851" y="6032500"/>
                  </a:lnTo>
                  <a:lnTo>
                    <a:pt x="3158947" y="6019800"/>
                  </a:lnTo>
                  <a:lnTo>
                    <a:pt x="3171761" y="6019800"/>
                  </a:lnTo>
                  <a:lnTo>
                    <a:pt x="3165830" y="6032500"/>
                  </a:lnTo>
                  <a:close/>
                </a:path>
                <a:path w="3215004" h="6096000">
                  <a:moveTo>
                    <a:pt x="74777" y="6045200"/>
                  </a:moveTo>
                  <a:lnTo>
                    <a:pt x="61696" y="6045200"/>
                  </a:lnTo>
                  <a:lnTo>
                    <a:pt x="55156" y="6032500"/>
                  </a:lnTo>
                  <a:lnTo>
                    <a:pt x="68110" y="6032500"/>
                  </a:lnTo>
                  <a:lnTo>
                    <a:pt x="74777" y="6045200"/>
                  </a:lnTo>
                  <a:close/>
                </a:path>
                <a:path w="3215004" h="6096000">
                  <a:moveTo>
                    <a:pt x="3153029" y="6045200"/>
                  </a:moveTo>
                  <a:lnTo>
                    <a:pt x="3140125" y="6045200"/>
                  </a:lnTo>
                  <a:lnTo>
                    <a:pt x="3146793" y="6032500"/>
                  </a:lnTo>
                  <a:lnTo>
                    <a:pt x="3159747" y="6032500"/>
                  </a:lnTo>
                  <a:lnTo>
                    <a:pt x="3153029" y="6045200"/>
                  </a:lnTo>
                  <a:close/>
                </a:path>
                <a:path w="3215004" h="6096000">
                  <a:moveTo>
                    <a:pt x="88569" y="6057900"/>
                  </a:moveTo>
                  <a:lnTo>
                    <a:pt x="75844" y="6057900"/>
                  </a:lnTo>
                  <a:lnTo>
                    <a:pt x="68541" y="6045200"/>
                  </a:lnTo>
                  <a:lnTo>
                    <a:pt x="81368" y="6045200"/>
                  </a:lnTo>
                  <a:lnTo>
                    <a:pt x="88569" y="6057900"/>
                  </a:lnTo>
                  <a:close/>
                </a:path>
                <a:path w="3215004" h="6096000">
                  <a:moveTo>
                    <a:pt x="3139236" y="6057900"/>
                  </a:moveTo>
                  <a:lnTo>
                    <a:pt x="3126333" y="6057900"/>
                  </a:lnTo>
                  <a:lnTo>
                    <a:pt x="3133534" y="6045200"/>
                  </a:lnTo>
                  <a:lnTo>
                    <a:pt x="3146183" y="6045200"/>
                  </a:lnTo>
                  <a:lnTo>
                    <a:pt x="3139236" y="6057900"/>
                  </a:lnTo>
                  <a:close/>
                </a:path>
                <a:path w="3215004" h="6096000">
                  <a:moveTo>
                    <a:pt x="111061" y="6070600"/>
                  </a:moveTo>
                  <a:lnTo>
                    <a:pt x="90893" y="6070600"/>
                  </a:lnTo>
                  <a:lnTo>
                    <a:pt x="83235" y="6057900"/>
                  </a:lnTo>
                  <a:lnTo>
                    <a:pt x="103136" y="6057900"/>
                  </a:lnTo>
                  <a:lnTo>
                    <a:pt x="111061" y="6070600"/>
                  </a:lnTo>
                  <a:close/>
                </a:path>
                <a:path w="3215004" h="6096000">
                  <a:moveTo>
                    <a:pt x="3124200" y="6070600"/>
                  </a:moveTo>
                  <a:lnTo>
                    <a:pt x="3103841" y="6070600"/>
                  </a:lnTo>
                  <a:lnTo>
                    <a:pt x="3111766" y="6057900"/>
                  </a:lnTo>
                  <a:lnTo>
                    <a:pt x="3131858" y="6057900"/>
                  </a:lnTo>
                  <a:lnTo>
                    <a:pt x="3124200" y="6070600"/>
                  </a:lnTo>
                  <a:close/>
                </a:path>
                <a:path w="3215004" h="6096000">
                  <a:moveTo>
                    <a:pt x="152615" y="6083300"/>
                  </a:moveTo>
                  <a:lnTo>
                    <a:pt x="115290" y="6083300"/>
                  </a:lnTo>
                  <a:lnTo>
                    <a:pt x="106934" y="6070600"/>
                  </a:lnTo>
                  <a:lnTo>
                    <a:pt x="143725" y="6070600"/>
                  </a:lnTo>
                  <a:lnTo>
                    <a:pt x="152615" y="6083300"/>
                  </a:lnTo>
                  <a:close/>
                </a:path>
                <a:path w="3215004" h="6096000">
                  <a:moveTo>
                    <a:pt x="3099828" y="6083300"/>
                  </a:moveTo>
                  <a:lnTo>
                    <a:pt x="3062287" y="6083300"/>
                  </a:lnTo>
                  <a:lnTo>
                    <a:pt x="3071177" y="6070600"/>
                  </a:lnTo>
                  <a:lnTo>
                    <a:pt x="3108172" y="6070600"/>
                  </a:lnTo>
                  <a:lnTo>
                    <a:pt x="3099828" y="6083300"/>
                  </a:lnTo>
                  <a:close/>
                </a:path>
                <a:path w="3215004" h="6096000">
                  <a:moveTo>
                    <a:pt x="3055137" y="6096000"/>
                  </a:moveTo>
                  <a:lnTo>
                    <a:pt x="160007" y="6096000"/>
                  </a:lnTo>
                  <a:lnTo>
                    <a:pt x="150710" y="6083300"/>
                  </a:lnTo>
                  <a:lnTo>
                    <a:pt x="3064421" y="6083300"/>
                  </a:lnTo>
                  <a:lnTo>
                    <a:pt x="3055137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7990713" y="3130334"/>
            <a:ext cx="3215005" cy="6096000"/>
            <a:chOff x="7990713" y="3130334"/>
            <a:chExt cx="3215005" cy="6096000"/>
          </a:xfrm>
        </p:grpSpPr>
        <p:sp>
          <p:nvSpPr>
            <p:cNvPr id="9" name="object 9"/>
            <p:cNvSpPr/>
            <p:nvPr/>
          </p:nvSpPr>
          <p:spPr>
            <a:xfrm>
              <a:off x="7995475" y="3135096"/>
              <a:ext cx="3205480" cy="6089015"/>
            </a:xfrm>
            <a:custGeom>
              <a:avLst/>
              <a:gdLst/>
              <a:ahLst/>
              <a:cxnLst/>
              <a:rect l="l" t="t" r="r" b="b"/>
              <a:pathLst>
                <a:path w="3205479" h="6089015">
                  <a:moveTo>
                    <a:pt x="3021558" y="6088799"/>
                  </a:moveTo>
                  <a:lnTo>
                    <a:pt x="183845" y="6088799"/>
                  </a:lnTo>
                  <a:lnTo>
                    <a:pt x="134975" y="6082232"/>
                  </a:lnTo>
                  <a:lnTo>
                    <a:pt x="91059" y="6063699"/>
                  </a:lnTo>
                  <a:lnTo>
                    <a:pt x="53851" y="6034952"/>
                  </a:lnTo>
                  <a:lnTo>
                    <a:pt x="25102" y="5997744"/>
                  </a:lnTo>
                  <a:lnTo>
                    <a:pt x="6567" y="5953827"/>
                  </a:lnTo>
                  <a:lnTo>
                    <a:pt x="0" y="5904953"/>
                  </a:lnTo>
                  <a:lnTo>
                    <a:pt x="0" y="183845"/>
                  </a:lnTo>
                  <a:lnTo>
                    <a:pt x="6567" y="134971"/>
                  </a:lnTo>
                  <a:lnTo>
                    <a:pt x="25102" y="91054"/>
                  </a:lnTo>
                  <a:lnTo>
                    <a:pt x="53851" y="53846"/>
                  </a:lnTo>
                  <a:lnTo>
                    <a:pt x="91059" y="25099"/>
                  </a:lnTo>
                  <a:lnTo>
                    <a:pt x="134975" y="6567"/>
                  </a:lnTo>
                  <a:lnTo>
                    <a:pt x="183845" y="0"/>
                  </a:lnTo>
                  <a:lnTo>
                    <a:pt x="3021558" y="0"/>
                  </a:lnTo>
                  <a:lnTo>
                    <a:pt x="3070427" y="6567"/>
                  </a:lnTo>
                  <a:lnTo>
                    <a:pt x="3114340" y="25099"/>
                  </a:lnTo>
                  <a:lnTo>
                    <a:pt x="3151546" y="53846"/>
                  </a:lnTo>
                  <a:lnTo>
                    <a:pt x="3180291" y="91054"/>
                  </a:lnTo>
                  <a:lnTo>
                    <a:pt x="3198824" y="134971"/>
                  </a:lnTo>
                  <a:lnTo>
                    <a:pt x="3205391" y="183845"/>
                  </a:lnTo>
                  <a:lnTo>
                    <a:pt x="3205391" y="5904953"/>
                  </a:lnTo>
                  <a:lnTo>
                    <a:pt x="3198824" y="5953827"/>
                  </a:lnTo>
                  <a:lnTo>
                    <a:pt x="3180291" y="5997744"/>
                  </a:lnTo>
                  <a:lnTo>
                    <a:pt x="3151546" y="6034952"/>
                  </a:lnTo>
                  <a:lnTo>
                    <a:pt x="3114340" y="6063699"/>
                  </a:lnTo>
                  <a:lnTo>
                    <a:pt x="3070427" y="6082232"/>
                  </a:lnTo>
                  <a:lnTo>
                    <a:pt x="3021558" y="6088799"/>
                  </a:lnTo>
                  <a:close/>
                </a:path>
              </a:pathLst>
            </a:custGeom>
            <a:solidFill>
              <a:srgbClr val="E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990713" y="3130334"/>
              <a:ext cx="3215005" cy="6096000"/>
            </a:xfrm>
            <a:custGeom>
              <a:avLst/>
              <a:gdLst/>
              <a:ahLst/>
              <a:cxnLst/>
              <a:rect l="l" t="t" r="r" b="b"/>
              <a:pathLst>
                <a:path w="3215004" h="6096000">
                  <a:moveTo>
                    <a:pt x="152400" y="12700"/>
                  </a:moveTo>
                  <a:lnTo>
                    <a:pt x="115087" y="12700"/>
                  </a:lnTo>
                  <a:lnTo>
                    <a:pt x="123647" y="0"/>
                  </a:lnTo>
                  <a:lnTo>
                    <a:pt x="161455" y="0"/>
                  </a:lnTo>
                  <a:lnTo>
                    <a:pt x="152400" y="12700"/>
                  </a:lnTo>
                  <a:close/>
                </a:path>
                <a:path w="3215004" h="6096000">
                  <a:moveTo>
                    <a:pt x="3099625" y="12700"/>
                  </a:moveTo>
                  <a:lnTo>
                    <a:pt x="3062528" y="12700"/>
                  </a:lnTo>
                  <a:lnTo>
                    <a:pt x="3053473" y="0"/>
                  </a:lnTo>
                  <a:lnTo>
                    <a:pt x="3091053" y="0"/>
                  </a:lnTo>
                  <a:lnTo>
                    <a:pt x="3099625" y="12700"/>
                  </a:lnTo>
                  <a:close/>
                </a:path>
                <a:path w="3215004" h="6096000">
                  <a:moveTo>
                    <a:pt x="110870" y="25400"/>
                  </a:moveTo>
                  <a:lnTo>
                    <a:pt x="90716" y="25400"/>
                  </a:lnTo>
                  <a:lnTo>
                    <a:pt x="98602" y="12700"/>
                  </a:lnTo>
                  <a:lnTo>
                    <a:pt x="119011" y="12700"/>
                  </a:lnTo>
                  <a:lnTo>
                    <a:pt x="110870" y="25400"/>
                  </a:lnTo>
                  <a:close/>
                </a:path>
                <a:path w="3215004" h="6096000">
                  <a:moveTo>
                    <a:pt x="3124022" y="25400"/>
                  </a:moveTo>
                  <a:lnTo>
                    <a:pt x="3104057" y="25400"/>
                  </a:lnTo>
                  <a:lnTo>
                    <a:pt x="3095917" y="12700"/>
                  </a:lnTo>
                  <a:lnTo>
                    <a:pt x="3116122" y="12700"/>
                  </a:lnTo>
                  <a:lnTo>
                    <a:pt x="3124022" y="25400"/>
                  </a:lnTo>
                  <a:close/>
                </a:path>
                <a:path w="3215004" h="6096000">
                  <a:moveTo>
                    <a:pt x="88391" y="38100"/>
                  </a:moveTo>
                  <a:lnTo>
                    <a:pt x="68732" y="38100"/>
                  </a:lnTo>
                  <a:lnTo>
                    <a:pt x="75857" y="25400"/>
                  </a:lnTo>
                  <a:lnTo>
                    <a:pt x="95846" y="25400"/>
                  </a:lnTo>
                  <a:lnTo>
                    <a:pt x="88391" y="38100"/>
                  </a:lnTo>
                  <a:close/>
                </a:path>
                <a:path w="3215004" h="6096000">
                  <a:moveTo>
                    <a:pt x="3146374" y="38100"/>
                  </a:moveTo>
                  <a:lnTo>
                    <a:pt x="3126536" y="38100"/>
                  </a:lnTo>
                  <a:lnTo>
                    <a:pt x="3119069" y="25400"/>
                  </a:lnTo>
                  <a:lnTo>
                    <a:pt x="3139249" y="25400"/>
                  </a:lnTo>
                  <a:lnTo>
                    <a:pt x="3146374" y="38100"/>
                  </a:lnTo>
                  <a:close/>
                </a:path>
                <a:path w="3215004" h="6096000">
                  <a:moveTo>
                    <a:pt x="68122" y="50800"/>
                  </a:moveTo>
                  <a:lnTo>
                    <a:pt x="55168" y="50800"/>
                  </a:lnTo>
                  <a:lnTo>
                    <a:pt x="61887" y="38100"/>
                  </a:lnTo>
                  <a:lnTo>
                    <a:pt x="74790" y="38100"/>
                  </a:lnTo>
                  <a:lnTo>
                    <a:pt x="68122" y="50800"/>
                  </a:lnTo>
                  <a:close/>
                </a:path>
                <a:path w="3215004" h="6096000">
                  <a:moveTo>
                    <a:pt x="3159759" y="50800"/>
                  </a:moveTo>
                  <a:lnTo>
                    <a:pt x="3146805" y="50800"/>
                  </a:lnTo>
                  <a:lnTo>
                    <a:pt x="3140138" y="38100"/>
                  </a:lnTo>
                  <a:lnTo>
                    <a:pt x="3153219" y="38100"/>
                  </a:lnTo>
                  <a:lnTo>
                    <a:pt x="3159759" y="50800"/>
                  </a:lnTo>
                  <a:close/>
                </a:path>
                <a:path w="3215004" h="6096000">
                  <a:moveTo>
                    <a:pt x="55968" y="63500"/>
                  </a:moveTo>
                  <a:lnTo>
                    <a:pt x="43154" y="63500"/>
                  </a:lnTo>
                  <a:lnTo>
                    <a:pt x="49085" y="50800"/>
                  </a:lnTo>
                  <a:lnTo>
                    <a:pt x="62064" y="50800"/>
                  </a:lnTo>
                  <a:lnTo>
                    <a:pt x="55968" y="63500"/>
                  </a:lnTo>
                  <a:close/>
                </a:path>
                <a:path w="3215004" h="6096000">
                  <a:moveTo>
                    <a:pt x="3171926" y="63500"/>
                  </a:moveTo>
                  <a:lnTo>
                    <a:pt x="3158947" y="63500"/>
                  </a:lnTo>
                  <a:lnTo>
                    <a:pt x="3152863" y="50800"/>
                  </a:lnTo>
                  <a:lnTo>
                    <a:pt x="3165995" y="50800"/>
                  </a:lnTo>
                  <a:lnTo>
                    <a:pt x="3171926" y="63500"/>
                  </a:lnTo>
                  <a:close/>
                </a:path>
                <a:path w="3215004" h="6096000">
                  <a:moveTo>
                    <a:pt x="20358" y="127000"/>
                  </a:moveTo>
                  <a:lnTo>
                    <a:pt x="20434" y="114300"/>
                  </a:lnTo>
                  <a:lnTo>
                    <a:pt x="14782" y="114300"/>
                  </a:lnTo>
                  <a:lnTo>
                    <a:pt x="18554" y="101600"/>
                  </a:lnTo>
                  <a:lnTo>
                    <a:pt x="22720" y="88900"/>
                  </a:lnTo>
                  <a:lnTo>
                    <a:pt x="27254" y="88900"/>
                  </a:lnTo>
                  <a:lnTo>
                    <a:pt x="32156" y="76200"/>
                  </a:lnTo>
                  <a:lnTo>
                    <a:pt x="37414" y="63500"/>
                  </a:lnTo>
                  <a:lnTo>
                    <a:pt x="50495" y="63500"/>
                  </a:lnTo>
                  <a:lnTo>
                    <a:pt x="45034" y="76200"/>
                  </a:lnTo>
                  <a:lnTo>
                    <a:pt x="40170" y="76200"/>
                  </a:lnTo>
                  <a:lnTo>
                    <a:pt x="35509" y="88900"/>
                  </a:lnTo>
                  <a:lnTo>
                    <a:pt x="31191" y="101600"/>
                  </a:lnTo>
                  <a:lnTo>
                    <a:pt x="27241" y="101600"/>
                  </a:lnTo>
                  <a:lnTo>
                    <a:pt x="23647" y="114300"/>
                  </a:lnTo>
                  <a:lnTo>
                    <a:pt x="20358" y="127000"/>
                  </a:lnTo>
                  <a:close/>
                </a:path>
                <a:path w="3215004" h="6096000">
                  <a:moveTo>
                    <a:pt x="3194570" y="127000"/>
                  </a:moveTo>
                  <a:lnTo>
                    <a:pt x="3191370" y="114300"/>
                  </a:lnTo>
                  <a:lnTo>
                    <a:pt x="3187788" y="101600"/>
                  </a:lnTo>
                  <a:lnTo>
                    <a:pt x="3183839" y="101600"/>
                  </a:lnTo>
                  <a:lnTo>
                    <a:pt x="3179533" y="88900"/>
                  </a:lnTo>
                  <a:lnTo>
                    <a:pt x="3174745" y="76200"/>
                  </a:lnTo>
                  <a:lnTo>
                    <a:pt x="3169894" y="76200"/>
                  </a:lnTo>
                  <a:lnTo>
                    <a:pt x="3164433" y="63500"/>
                  </a:lnTo>
                  <a:lnTo>
                    <a:pt x="3177514" y="63500"/>
                  </a:lnTo>
                  <a:lnTo>
                    <a:pt x="3182645" y="76200"/>
                  </a:lnTo>
                  <a:lnTo>
                    <a:pt x="3187547" y="88900"/>
                  </a:lnTo>
                  <a:lnTo>
                    <a:pt x="3192094" y="88900"/>
                  </a:lnTo>
                  <a:lnTo>
                    <a:pt x="3196272" y="101600"/>
                  </a:lnTo>
                  <a:lnTo>
                    <a:pt x="3200145" y="114300"/>
                  </a:lnTo>
                  <a:lnTo>
                    <a:pt x="3194494" y="114300"/>
                  </a:lnTo>
                  <a:lnTo>
                    <a:pt x="3194570" y="127000"/>
                  </a:lnTo>
                  <a:close/>
                </a:path>
                <a:path w="3215004" h="6096000">
                  <a:moveTo>
                    <a:pt x="13144" y="152400"/>
                  </a:moveTo>
                  <a:lnTo>
                    <a:pt x="13195" y="139700"/>
                  </a:lnTo>
                  <a:lnTo>
                    <a:pt x="5918" y="139700"/>
                  </a:lnTo>
                  <a:lnTo>
                    <a:pt x="8521" y="127000"/>
                  </a:lnTo>
                  <a:lnTo>
                    <a:pt x="11417" y="114300"/>
                  </a:lnTo>
                  <a:lnTo>
                    <a:pt x="20434" y="114300"/>
                  </a:lnTo>
                  <a:lnTo>
                    <a:pt x="17614" y="127000"/>
                  </a:lnTo>
                  <a:lnTo>
                    <a:pt x="15201" y="139700"/>
                  </a:lnTo>
                  <a:lnTo>
                    <a:pt x="13144" y="152400"/>
                  </a:lnTo>
                  <a:close/>
                </a:path>
                <a:path w="3215004" h="6096000">
                  <a:moveTo>
                    <a:pt x="3201784" y="152400"/>
                  </a:moveTo>
                  <a:lnTo>
                    <a:pt x="3199790" y="139700"/>
                  </a:lnTo>
                  <a:lnTo>
                    <a:pt x="3197377" y="127000"/>
                  </a:lnTo>
                  <a:lnTo>
                    <a:pt x="3194494" y="114300"/>
                  </a:lnTo>
                  <a:lnTo>
                    <a:pt x="3203435" y="114300"/>
                  </a:lnTo>
                  <a:lnTo>
                    <a:pt x="3206407" y="127000"/>
                  </a:lnTo>
                  <a:lnTo>
                    <a:pt x="3208947" y="139700"/>
                  </a:lnTo>
                  <a:lnTo>
                    <a:pt x="3201733" y="139700"/>
                  </a:lnTo>
                  <a:lnTo>
                    <a:pt x="3201784" y="152400"/>
                  </a:lnTo>
                  <a:close/>
                </a:path>
                <a:path w="3215004" h="6096000">
                  <a:moveTo>
                    <a:pt x="9766" y="177800"/>
                  </a:moveTo>
                  <a:lnTo>
                    <a:pt x="241" y="177800"/>
                  </a:lnTo>
                  <a:lnTo>
                    <a:pt x="965" y="165100"/>
                  </a:lnTo>
                  <a:lnTo>
                    <a:pt x="2158" y="152400"/>
                  </a:lnTo>
                  <a:lnTo>
                    <a:pt x="3809" y="139700"/>
                  </a:lnTo>
                  <a:lnTo>
                    <a:pt x="13195" y="139700"/>
                  </a:lnTo>
                  <a:lnTo>
                    <a:pt x="11607" y="152400"/>
                  </a:lnTo>
                  <a:lnTo>
                    <a:pt x="10464" y="165100"/>
                  </a:lnTo>
                  <a:lnTo>
                    <a:pt x="9766" y="177800"/>
                  </a:lnTo>
                  <a:close/>
                </a:path>
                <a:path w="3215004" h="6096000">
                  <a:moveTo>
                    <a:pt x="3214662" y="177800"/>
                  </a:moveTo>
                  <a:lnTo>
                    <a:pt x="3205175" y="177800"/>
                  </a:lnTo>
                  <a:lnTo>
                    <a:pt x="3204489" y="165100"/>
                  </a:lnTo>
                  <a:lnTo>
                    <a:pt x="3203346" y="152400"/>
                  </a:lnTo>
                  <a:lnTo>
                    <a:pt x="3201733" y="139700"/>
                  </a:lnTo>
                  <a:lnTo>
                    <a:pt x="3211067" y="139700"/>
                  </a:lnTo>
                  <a:lnTo>
                    <a:pt x="3212731" y="152400"/>
                  </a:lnTo>
                  <a:lnTo>
                    <a:pt x="3213938" y="165100"/>
                  </a:lnTo>
                  <a:lnTo>
                    <a:pt x="3214662" y="177800"/>
                  </a:lnTo>
                  <a:close/>
                </a:path>
                <a:path w="3215004" h="6096000">
                  <a:moveTo>
                    <a:pt x="9753" y="5918200"/>
                  </a:moveTo>
                  <a:lnTo>
                    <a:pt x="253" y="5918200"/>
                  </a:lnTo>
                  <a:lnTo>
                    <a:pt x="12" y="5905500"/>
                  </a:lnTo>
                  <a:lnTo>
                    <a:pt x="0" y="177800"/>
                  </a:lnTo>
                  <a:lnTo>
                    <a:pt x="9525" y="177800"/>
                  </a:lnTo>
                  <a:lnTo>
                    <a:pt x="9525" y="5905500"/>
                  </a:lnTo>
                  <a:lnTo>
                    <a:pt x="9753" y="5918200"/>
                  </a:lnTo>
                  <a:close/>
                </a:path>
                <a:path w="3215004" h="6096000">
                  <a:moveTo>
                    <a:pt x="3214674" y="5918200"/>
                  </a:moveTo>
                  <a:lnTo>
                    <a:pt x="3205162" y="5918200"/>
                  </a:lnTo>
                  <a:lnTo>
                    <a:pt x="3205391" y="5905500"/>
                  </a:lnTo>
                  <a:lnTo>
                    <a:pt x="3205391" y="177800"/>
                  </a:lnTo>
                  <a:lnTo>
                    <a:pt x="3214916" y="177800"/>
                  </a:lnTo>
                  <a:lnTo>
                    <a:pt x="3214916" y="5905500"/>
                  </a:lnTo>
                  <a:lnTo>
                    <a:pt x="3214674" y="5918200"/>
                  </a:lnTo>
                  <a:close/>
                </a:path>
                <a:path w="3215004" h="6096000">
                  <a:moveTo>
                    <a:pt x="40043" y="6007100"/>
                  </a:moveTo>
                  <a:lnTo>
                    <a:pt x="27254" y="6007100"/>
                  </a:lnTo>
                  <a:lnTo>
                    <a:pt x="22834" y="5994400"/>
                  </a:lnTo>
                  <a:lnTo>
                    <a:pt x="18656" y="5981700"/>
                  </a:lnTo>
                  <a:lnTo>
                    <a:pt x="14871" y="5981700"/>
                  </a:lnTo>
                  <a:lnTo>
                    <a:pt x="11493" y="5969000"/>
                  </a:lnTo>
                  <a:lnTo>
                    <a:pt x="8521" y="5956300"/>
                  </a:lnTo>
                  <a:lnTo>
                    <a:pt x="5981" y="5956300"/>
                  </a:lnTo>
                  <a:lnTo>
                    <a:pt x="3860" y="5943600"/>
                  </a:lnTo>
                  <a:lnTo>
                    <a:pt x="2197" y="5930900"/>
                  </a:lnTo>
                  <a:lnTo>
                    <a:pt x="990" y="5918200"/>
                  </a:lnTo>
                  <a:lnTo>
                    <a:pt x="10439" y="5918200"/>
                  </a:lnTo>
                  <a:lnTo>
                    <a:pt x="11569" y="5930900"/>
                  </a:lnTo>
                  <a:lnTo>
                    <a:pt x="13144" y="5943600"/>
                  </a:lnTo>
                  <a:lnTo>
                    <a:pt x="15138" y="5943600"/>
                  </a:lnTo>
                  <a:lnTo>
                    <a:pt x="17551" y="5956300"/>
                  </a:lnTo>
                  <a:lnTo>
                    <a:pt x="20358" y="5969000"/>
                  </a:lnTo>
                  <a:lnTo>
                    <a:pt x="23558" y="5969000"/>
                  </a:lnTo>
                  <a:lnTo>
                    <a:pt x="27139" y="5981700"/>
                  </a:lnTo>
                  <a:lnTo>
                    <a:pt x="31089" y="5994400"/>
                  </a:lnTo>
                  <a:lnTo>
                    <a:pt x="35394" y="5994400"/>
                  </a:lnTo>
                  <a:lnTo>
                    <a:pt x="40043" y="6007100"/>
                  </a:lnTo>
                  <a:close/>
                </a:path>
                <a:path w="3215004" h="6096000">
                  <a:moveTo>
                    <a:pt x="3187674" y="6007100"/>
                  </a:moveTo>
                  <a:lnTo>
                    <a:pt x="3174745" y="6007100"/>
                  </a:lnTo>
                  <a:lnTo>
                    <a:pt x="3179419" y="5994400"/>
                  </a:lnTo>
                  <a:lnTo>
                    <a:pt x="3183724" y="5994400"/>
                  </a:lnTo>
                  <a:lnTo>
                    <a:pt x="3187687" y="5981700"/>
                  </a:lnTo>
                  <a:lnTo>
                    <a:pt x="3191281" y="5969000"/>
                  </a:lnTo>
                  <a:lnTo>
                    <a:pt x="3194494" y="5969000"/>
                  </a:lnTo>
                  <a:lnTo>
                    <a:pt x="3197313" y="5956300"/>
                  </a:lnTo>
                  <a:lnTo>
                    <a:pt x="3199726" y="5943600"/>
                  </a:lnTo>
                  <a:lnTo>
                    <a:pt x="3201733" y="5943600"/>
                  </a:lnTo>
                  <a:lnTo>
                    <a:pt x="3203320" y="5930900"/>
                  </a:lnTo>
                  <a:lnTo>
                    <a:pt x="3204463" y="5918200"/>
                  </a:lnTo>
                  <a:lnTo>
                    <a:pt x="3213963" y="5918200"/>
                  </a:lnTo>
                  <a:lnTo>
                    <a:pt x="3212769" y="5930900"/>
                  </a:lnTo>
                  <a:lnTo>
                    <a:pt x="3211067" y="5943600"/>
                  </a:lnTo>
                  <a:lnTo>
                    <a:pt x="3209010" y="5956300"/>
                  </a:lnTo>
                  <a:lnTo>
                    <a:pt x="3206407" y="5956300"/>
                  </a:lnTo>
                  <a:lnTo>
                    <a:pt x="3203511" y="5969000"/>
                  </a:lnTo>
                  <a:lnTo>
                    <a:pt x="3200145" y="5981700"/>
                  </a:lnTo>
                  <a:lnTo>
                    <a:pt x="3196374" y="5981700"/>
                  </a:lnTo>
                  <a:lnTo>
                    <a:pt x="3192208" y="5994400"/>
                  </a:lnTo>
                  <a:lnTo>
                    <a:pt x="3187674" y="6007100"/>
                  </a:lnTo>
                  <a:close/>
                </a:path>
                <a:path w="3215004" h="6096000">
                  <a:moveTo>
                    <a:pt x="50495" y="6019800"/>
                  </a:moveTo>
                  <a:lnTo>
                    <a:pt x="37541" y="6019800"/>
                  </a:lnTo>
                  <a:lnTo>
                    <a:pt x="32283" y="6007100"/>
                  </a:lnTo>
                  <a:lnTo>
                    <a:pt x="45034" y="6007100"/>
                  </a:lnTo>
                  <a:lnTo>
                    <a:pt x="50495" y="6019800"/>
                  </a:lnTo>
                  <a:close/>
                </a:path>
                <a:path w="3215004" h="6096000">
                  <a:moveTo>
                    <a:pt x="3177374" y="6019800"/>
                  </a:moveTo>
                  <a:lnTo>
                    <a:pt x="3164433" y="6019800"/>
                  </a:lnTo>
                  <a:lnTo>
                    <a:pt x="3169894" y="6007100"/>
                  </a:lnTo>
                  <a:lnTo>
                    <a:pt x="3182772" y="6007100"/>
                  </a:lnTo>
                  <a:lnTo>
                    <a:pt x="3177374" y="6019800"/>
                  </a:lnTo>
                  <a:close/>
                </a:path>
                <a:path w="3215004" h="6096000">
                  <a:moveTo>
                    <a:pt x="62064" y="6032500"/>
                  </a:moveTo>
                  <a:lnTo>
                    <a:pt x="48933" y="6032500"/>
                  </a:lnTo>
                  <a:lnTo>
                    <a:pt x="43002" y="6019800"/>
                  </a:lnTo>
                  <a:lnTo>
                    <a:pt x="55968" y="6019800"/>
                  </a:lnTo>
                  <a:lnTo>
                    <a:pt x="62064" y="6032500"/>
                  </a:lnTo>
                  <a:close/>
                </a:path>
                <a:path w="3215004" h="6096000">
                  <a:moveTo>
                    <a:pt x="3165843" y="6032500"/>
                  </a:moveTo>
                  <a:lnTo>
                    <a:pt x="3152863" y="6032500"/>
                  </a:lnTo>
                  <a:lnTo>
                    <a:pt x="3158947" y="6019800"/>
                  </a:lnTo>
                  <a:lnTo>
                    <a:pt x="3171774" y="6019800"/>
                  </a:lnTo>
                  <a:lnTo>
                    <a:pt x="3165843" y="6032500"/>
                  </a:lnTo>
                  <a:close/>
                </a:path>
                <a:path w="3215004" h="6096000">
                  <a:moveTo>
                    <a:pt x="74790" y="6045200"/>
                  </a:moveTo>
                  <a:lnTo>
                    <a:pt x="61709" y="6045200"/>
                  </a:lnTo>
                  <a:lnTo>
                    <a:pt x="55168" y="6032500"/>
                  </a:lnTo>
                  <a:lnTo>
                    <a:pt x="68122" y="6032500"/>
                  </a:lnTo>
                  <a:lnTo>
                    <a:pt x="74790" y="6045200"/>
                  </a:lnTo>
                  <a:close/>
                </a:path>
                <a:path w="3215004" h="6096000">
                  <a:moveTo>
                    <a:pt x="3153041" y="6045200"/>
                  </a:moveTo>
                  <a:lnTo>
                    <a:pt x="3140138" y="6045200"/>
                  </a:lnTo>
                  <a:lnTo>
                    <a:pt x="3146805" y="6032500"/>
                  </a:lnTo>
                  <a:lnTo>
                    <a:pt x="3159759" y="6032500"/>
                  </a:lnTo>
                  <a:lnTo>
                    <a:pt x="3153041" y="6045200"/>
                  </a:lnTo>
                  <a:close/>
                </a:path>
                <a:path w="3215004" h="6096000">
                  <a:moveTo>
                    <a:pt x="88582" y="6057900"/>
                  </a:moveTo>
                  <a:lnTo>
                    <a:pt x="75666" y="6057900"/>
                  </a:lnTo>
                  <a:lnTo>
                    <a:pt x="68554" y="6045200"/>
                  </a:lnTo>
                  <a:lnTo>
                    <a:pt x="81381" y="6045200"/>
                  </a:lnTo>
                  <a:lnTo>
                    <a:pt x="88582" y="6057900"/>
                  </a:lnTo>
                  <a:close/>
                </a:path>
                <a:path w="3215004" h="6096000">
                  <a:moveTo>
                    <a:pt x="3139249" y="6057900"/>
                  </a:moveTo>
                  <a:lnTo>
                    <a:pt x="3126346" y="6057900"/>
                  </a:lnTo>
                  <a:lnTo>
                    <a:pt x="3133547" y="6045200"/>
                  </a:lnTo>
                  <a:lnTo>
                    <a:pt x="3146196" y="6045200"/>
                  </a:lnTo>
                  <a:lnTo>
                    <a:pt x="3139249" y="6057900"/>
                  </a:lnTo>
                  <a:close/>
                </a:path>
                <a:path w="3215004" h="6096000">
                  <a:moveTo>
                    <a:pt x="111074" y="6070600"/>
                  </a:moveTo>
                  <a:lnTo>
                    <a:pt x="90906" y="6070600"/>
                  </a:lnTo>
                  <a:lnTo>
                    <a:pt x="83248" y="6057900"/>
                  </a:lnTo>
                  <a:lnTo>
                    <a:pt x="103149" y="6057900"/>
                  </a:lnTo>
                  <a:lnTo>
                    <a:pt x="111074" y="6070600"/>
                  </a:lnTo>
                  <a:close/>
                </a:path>
                <a:path w="3215004" h="6096000">
                  <a:moveTo>
                    <a:pt x="3124212" y="6070600"/>
                  </a:moveTo>
                  <a:lnTo>
                    <a:pt x="3103854" y="6070600"/>
                  </a:lnTo>
                  <a:lnTo>
                    <a:pt x="3111779" y="6057900"/>
                  </a:lnTo>
                  <a:lnTo>
                    <a:pt x="3131858" y="6057900"/>
                  </a:lnTo>
                  <a:lnTo>
                    <a:pt x="3124212" y="6070600"/>
                  </a:lnTo>
                  <a:close/>
                </a:path>
                <a:path w="3215004" h="6096000">
                  <a:moveTo>
                    <a:pt x="152628" y="6083300"/>
                  </a:moveTo>
                  <a:lnTo>
                    <a:pt x="115303" y="6083300"/>
                  </a:lnTo>
                  <a:lnTo>
                    <a:pt x="106946" y="6070600"/>
                  </a:lnTo>
                  <a:lnTo>
                    <a:pt x="143738" y="6070600"/>
                  </a:lnTo>
                  <a:lnTo>
                    <a:pt x="152628" y="6083300"/>
                  </a:lnTo>
                  <a:close/>
                </a:path>
                <a:path w="3215004" h="6096000">
                  <a:moveTo>
                    <a:pt x="3099841" y="6083300"/>
                  </a:moveTo>
                  <a:lnTo>
                    <a:pt x="3062300" y="6083300"/>
                  </a:lnTo>
                  <a:lnTo>
                    <a:pt x="3071190" y="6070600"/>
                  </a:lnTo>
                  <a:lnTo>
                    <a:pt x="3108185" y="6070600"/>
                  </a:lnTo>
                  <a:lnTo>
                    <a:pt x="3099841" y="6083300"/>
                  </a:lnTo>
                  <a:close/>
                </a:path>
                <a:path w="3215004" h="6096000">
                  <a:moveTo>
                    <a:pt x="3055150" y="6096000"/>
                  </a:moveTo>
                  <a:lnTo>
                    <a:pt x="160007" y="6096000"/>
                  </a:lnTo>
                  <a:lnTo>
                    <a:pt x="150723" y="6083300"/>
                  </a:lnTo>
                  <a:lnTo>
                    <a:pt x="3064433" y="6083300"/>
                  </a:lnTo>
                  <a:lnTo>
                    <a:pt x="3055150" y="6096000"/>
                  </a:lnTo>
                  <a:close/>
                </a:path>
              </a:pathLst>
            </a:custGeom>
            <a:solidFill>
              <a:srgbClr val="67791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724741" y="617397"/>
            <a:ext cx="5822721" cy="394351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1158880" y="575551"/>
            <a:ext cx="19050" cy="2014220"/>
          </a:xfrm>
          <a:custGeom>
            <a:avLst/>
            <a:gdLst/>
            <a:ahLst/>
            <a:cxnLst/>
            <a:rect l="l" t="t" r="r" b="b"/>
            <a:pathLst>
              <a:path w="19050" h="2014220">
                <a:moveTo>
                  <a:pt x="19050" y="2013597"/>
                </a:moveTo>
                <a:lnTo>
                  <a:pt x="0" y="2013597"/>
                </a:lnTo>
                <a:lnTo>
                  <a:pt x="0" y="0"/>
                </a:lnTo>
                <a:lnTo>
                  <a:pt x="19050" y="0"/>
                </a:lnTo>
                <a:lnTo>
                  <a:pt x="19050" y="2013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4741" y="4992052"/>
            <a:ext cx="5822721" cy="394352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35140" y="1703400"/>
            <a:ext cx="413969" cy="41396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25791" y="3322243"/>
            <a:ext cx="260223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500" spc="-14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EXTERNAL</a:t>
            </a:r>
            <a:r>
              <a:rPr sz="150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6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MAINTENANCE </a:t>
            </a:r>
            <a:r>
              <a:rPr sz="1500" spc="-1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50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外围护体系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5791" y="4402378"/>
            <a:ext cx="2890520" cy="46234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锌钢结构框架体系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55" dirty="0">
                <a:latin typeface="宋体" panose="02010600030101010101" pitchFamily="2" charset="-122"/>
                <a:cs typeface="宋体" panose="02010600030101010101" pitchFamily="2" charset="-122"/>
              </a:rPr>
              <a:t>氟碳喷涂铝合金外壳模块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67310" algn="just">
              <a:lnSpc>
                <a:spcPct val="118000"/>
              </a:lnSpc>
            </a:pPr>
            <a:r>
              <a:rPr sz="1500" spc="60" dirty="0">
                <a:latin typeface="宋体" panose="02010600030101010101" pitchFamily="2" charset="-122"/>
                <a:cs typeface="宋体" panose="02010600030101010101" pitchFamily="2" charset="-122"/>
              </a:rPr>
              <a:t>保温防水防潮构造体系中央钢化玻璃门窗中央夹胶钢化玻璃天窗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不锈钢入户门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35" dirty="0">
                <a:latin typeface="宋体" panose="02010600030101010101" pitchFamily="2" charset="-122"/>
                <a:cs typeface="宋体" panose="02010600030101010101" pitchFamily="2" charset="-122"/>
              </a:rPr>
              <a:t>全景阳台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37795">
              <a:lnSpc>
                <a:spcPts val="2130"/>
              </a:lnSpc>
              <a:spcBef>
                <a:spcPts val="120"/>
              </a:spcBef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Galvanized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steel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frame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system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Fluorocarbon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sprayed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aluminum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alloy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shell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module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Insulation,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waterproof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moisture-</a:t>
            </a:r>
            <a:r>
              <a:rPr sz="1500" spc="10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proof</a:t>
            </a:r>
            <a:r>
              <a:rPr sz="15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structural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system Central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738505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tempered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doors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windows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7150">
              <a:lnSpc>
                <a:spcPts val="213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Central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laminated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tempered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glass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skylight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Stainless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steel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entrance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door</a:t>
            </a:r>
            <a:r>
              <a:rPr sz="15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Panoramic</a:t>
            </a:r>
            <a:r>
              <a:rPr sz="15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balcony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31233" y="3324148"/>
            <a:ext cx="2477135" cy="5626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1500" spc="-12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EINTERIOR</a:t>
            </a:r>
            <a:r>
              <a:rPr sz="1500" spc="-4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5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DECORATION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45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室内精装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31233" y="4131233"/>
            <a:ext cx="3084195" cy="48945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500" dirty="0">
                <a:latin typeface="宋体" panose="02010600030101010101" pitchFamily="2" charset="-122"/>
                <a:cs typeface="宋体" panose="02010600030101010101" pitchFamily="2" charset="-122"/>
              </a:rPr>
              <a:t>标准色集成天花、 墙面、 模块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18000"/>
              </a:lnSpc>
            </a:pPr>
            <a:r>
              <a:rPr sz="1500" spc="20" dirty="0">
                <a:latin typeface="宋体" panose="02010600030101010101" pitchFamily="2" charset="-122"/>
                <a:cs typeface="宋体" panose="02010600030101010101" pitchFamily="2" charset="-122"/>
              </a:rPr>
              <a:t>环保木地板、 卫生间隐私玻璃门、</a:t>
            </a:r>
            <a:r>
              <a:rPr sz="1500" spc="25" dirty="0">
                <a:latin typeface="宋体" panose="02010600030101010101" pitchFamily="2" charset="-122"/>
                <a:cs typeface="宋体" panose="02010600030101010101" pitchFamily="2" charset="-122"/>
              </a:rPr>
              <a:t>卫生间大理石、瓷砖地面、 定制</a:t>
            </a:r>
            <a:r>
              <a:rPr sz="1500" spc="-5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洗手台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台盘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10" dirty="0">
                <a:latin typeface="宋体" panose="02010600030101010101" pitchFamily="2" charset="-122"/>
                <a:cs typeface="宋体" panose="02010600030101010101" pitchFamily="2" charset="-122"/>
              </a:rPr>
              <a:t>卫浴镜、 马桶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10" dirty="0">
                <a:latin typeface="宋体" panose="02010600030101010101" pitchFamily="2" charset="-122"/>
                <a:cs typeface="宋体" panose="02010600030101010101" pitchFamily="2" charset="-122"/>
              </a:rPr>
              <a:t>龙头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87325">
              <a:lnSpc>
                <a:spcPct val="118000"/>
              </a:lnSpc>
            </a:pP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dirty="0">
                <a:latin typeface="宋体" panose="02010600030101010101" pitchFamily="2" charset="-122"/>
                <a:cs typeface="宋体" panose="02010600030101010101" pitchFamily="2" charset="-122"/>
              </a:rPr>
              <a:t>花洒、 吧台、 全屋照明系统、</a:t>
            </a:r>
            <a:r>
              <a:rPr sz="1500" spc="15" dirty="0">
                <a:latin typeface="宋体" panose="02010600030101010101" pitchFamily="2" charset="-122"/>
                <a:cs typeface="宋体" panose="02010600030101010101" pitchFamily="2" charset="-122"/>
              </a:rPr>
              <a:t>全屋水电系统、 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2P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美的变频冷暖</a:t>
            </a:r>
            <a:r>
              <a:rPr sz="1500" spc="-10" dirty="0">
                <a:latin typeface="宋体" panose="02010600030101010101" pitchFamily="2" charset="-122"/>
                <a:cs typeface="宋体" panose="02010600030101010101" pitchFamily="2" charset="-122"/>
              </a:rPr>
              <a:t>空调、 热水器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320040">
              <a:lnSpc>
                <a:spcPct val="118000"/>
              </a:lnSpc>
            </a:pP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color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ceiling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wall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modules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Environmentally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friendly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wooden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floor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Bathroom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privacy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glass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door</a:t>
            </a:r>
            <a:r>
              <a:rPr sz="1500" spc="-210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Bathroom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marble/ceramic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floor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Customized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sink/table/bathroom</a:t>
            </a:r>
            <a:r>
              <a:rPr sz="15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mirror</a:t>
            </a:r>
            <a:r>
              <a:rPr sz="1500" spc="-50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55" dirty="0">
                <a:latin typeface="Times New Roman" panose="02020603050405020304"/>
                <a:cs typeface="Times New Roman" panose="02020603050405020304"/>
              </a:rPr>
              <a:t>Toilet/faucet/shower</a:t>
            </a:r>
            <a:r>
              <a:rPr sz="1500" spc="-12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Bar</a:t>
            </a:r>
            <a:r>
              <a:rPr sz="1500" spc="-35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Whole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house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lighting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-225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Whole 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house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electricity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500" spc="-204" dirty="0">
                <a:latin typeface="宋体" panose="02010600030101010101" pitchFamily="2" charset="-122"/>
                <a:cs typeface="宋体" panose="02010600030101010101" pitchFamily="2" charset="-122"/>
              </a:rPr>
              <a:t>、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2P 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Midea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variable </a:t>
            </a:r>
            <a:r>
              <a:rPr sz="1500" spc="-45" dirty="0">
                <a:latin typeface="Times New Roman" panose="02020603050405020304"/>
                <a:cs typeface="Times New Roman" panose="02020603050405020304"/>
              </a:rPr>
              <a:t>frequency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heating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cooling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air 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conditioner</a:t>
            </a:r>
            <a:r>
              <a:rPr sz="1500" spc="-35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spc="-60" dirty="0"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15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heater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36673" y="3297289"/>
            <a:ext cx="218440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95"/>
              </a:spcBef>
            </a:pPr>
            <a:r>
              <a:rPr sz="1500" spc="-8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CUSTOMER</a:t>
            </a:r>
            <a:r>
              <a:rPr sz="1500" spc="-6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75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CONTROL </a:t>
            </a:r>
            <a:r>
              <a:rPr sz="1500" spc="-10" dirty="0">
                <a:solidFill>
                  <a:srgbClr val="147A9F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endParaRPr sz="15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00" spc="45" dirty="0">
                <a:solidFill>
                  <a:srgbClr val="147A9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客控系统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36673" y="4376153"/>
            <a:ext cx="2534285" cy="2190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13055">
              <a:lnSpc>
                <a:spcPct val="118000"/>
              </a:lnSpc>
              <a:spcBef>
                <a:spcPts val="95"/>
              </a:spcBef>
            </a:pP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插卡取电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取卡断电面板</a:t>
            </a:r>
            <a:r>
              <a:rPr sz="1500" spc="55" dirty="0">
                <a:latin typeface="宋体" panose="02010600030101010101" pitchFamily="2" charset="-122"/>
                <a:cs typeface="宋体" panose="02010600030101010101" pitchFamily="2" charset="-122"/>
              </a:rPr>
              <a:t>多情景模式功能面板照明</a:t>
            </a:r>
            <a:r>
              <a:rPr sz="1500" spc="70" dirty="0">
                <a:latin typeface="宋体" panose="02010600030101010101" pitchFamily="2" charset="-122"/>
                <a:cs typeface="宋体" panose="02010600030101010101" pitchFamily="2" charset="-122"/>
              </a:rPr>
              <a:t>照明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窗帘智能集成控制全屋智能语音控制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spc="50" dirty="0">
                <a:latin typeface="宋体" panose="02010600030101010101" pitchFamily="2" charset="-122"/>
                <a:cs typeface="宋体" panose="02010600030101010101" pitchFamily="2" charset="-122"/>
              </a:rPr>
              <a:t>手机智能门禁</a:t>
            </a:r>
            <a:endParaRPr sz="15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151130">
              <a:lnSpc>
                <a:spcPts val="2130"/>
              </a:lnSpc>
              <a:spcBef>
                <a:spcPts val="125"/>
              </a:spcBef>
            </a:pPr>
            <a:r>
              <a:rPr sz="1500" spc="50" dirty="0">
                <a:latin typeface="Times New Roman" panose="02020603050405020304"/>
                <a:cs typeface="Times New Roman" panose="02020603050405020304"/>
              </a:rPr>
              <a:t>Card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insertion/card</a:t>
            </a:r>
            <a:r>
              <a:rPr sz="15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removal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15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off</a:t>
            </a:r>
            <a:r>
              <a:rPr sz="15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panel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500" spc="60" dirty="0">
                <a:latin typeface="Times New Roman" panose="02020603050405020304"/>
                <a:cs typeface="Times New Roman" panose="02020603050405020304"/>
              </a:rPr>
              <a:t>Multi-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scenario</a:t>
            </a:r>
            <a:r>
              <a:rPr sz="15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mode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function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36673" y="6540868"/>
            <a:ext cx="2717800" cy="19189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  <a:tabLst>
                <a:tab pos="747395" algn="l"/>
              </a:tabLst>
            </a:pPr>
            <a:r>
              <a:rPr sz="1500" spc="40" dirty="0">
                <a:latin typeface="Times New Roman" panose="02020603050405020304"/>
                <a:cs typeface="Times New Roman" panose="02020603050405020304"/>
              </a:rPr>
              <a:t>panel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lighting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38100">
              <a:lnSpc>
                <a:spcPct val="11800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lighting/curtains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44450">
              <a:lnSpc>
                <a:spcPct val="118000"/>
              </a:lnSpc>
            </a:pPr>
            <a:r>
              <a:rPr sz="1500" spc="55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voice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500" spc="50" dirty="0">
                <a:latin typeface="Times New Roman" panose="02020603050405020304"/>
                <a:cs typeface="Times New Roman" panose="02020603050405020304"/>
              </a:rPr>
              <a:t>whole</a:t>
            </a:r>
            <a:r>
              <a:rPr sz="15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30" dirty="0">
                <a:latin typeface="Times New Roman" panose="02020603050405020304"/>
                <a:cs typeface="Times New Roman" panose="02020603050405020304"/>
              </a:rPr>
              <a:t>house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8000"/>
              </a:lnSpc>
            </a:pPr>
            <a:r>
              <a:rPr sz="1500" spc="5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5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55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5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15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45" dirty="0">
                <a:latin typeface="Times New Roman" panose="02020603050405020304"/>
                <a:cs typeface="Times New Roman" panose="02020603050405020304"/>
              </a:rPr>
              <a:t>mobile </a:t>
            </a:r>
            <a:r>
              <a:rPr sz="1500" spc="40" dirty="0">
                <a:latin typeface="Times New Roman" panose="02020603050405020304"/>
                <a:cs typeface="Times New Roman" panose="02020603050405020304"/>
              </a:rPr>
              <a:t>phone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809472" y="507542"/>
            <a:ext cx="69329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0565" algn="l"/>
              </a:tabLst>
            </a:pP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What</a:t>
            </a:r>
            <a:r>
              <a:rPr sz="6000" spc="-229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spc="-43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6000" spc="18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See</a:t>
            </a:r>
            <a:r>
              <a:rPr sz="6000" spc="-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6000" spc="-1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What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9472" y="1269542"/>
            <a:ext cx="25527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8275" algn="l"/>
              </a:tabLst>
            </a:pPr>
            <a:r>
              <a:rPr sz="6000" spc="-43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6000" spc="18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60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60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Get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23398" y="1685594"/>
            <a:ext cx="265493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精装交付，即装即用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62571" y="1028700"/>
            <a:ext cx="10396728" cy="4114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368771" cy="31989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526023"/>
            <a:ext cx="5451348" cy="37322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44093" y="7350180"/>
            <a:ext cx="6943906" cy="29368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8700" y="1028700"/>
            <a:ext cx="5451348" cy="37322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49935" y="6710616"/>
            <a:ext cx="862965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254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苹果舱房屋 </a:t>
            </a:r>
            <a:r>
              <a:rPr sz="5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Apple</a:t>
            </a:r>
            <a:r>
              <a:rPr sz="5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5000" b="1" spc="-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endParaRPr sz="5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9935" y="7879016"/>
            <a:ext cx="10210800" cy="112268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Apple</a:t>
            </a:r>
            <a:r>
              <a:rPr sz="18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18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r>
              <a:rPr sz="18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solidFill>
                  <a:srgbClr val="1466A8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是一款集现代设计与模块化理念于一体的精装移动建筑解决方案。</a:t>
            </a:r>
            <a:endParaRPr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33000"/>
              </a:lnSpc>
            </a:pPr>
            <a:r>
              <a:rPr sz="18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-10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Apple</a:t>
            </a:r>
            <a:r>
              <a:rPr sz="18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18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r>
              <a:rPr sz="18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800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fully</a:t>
            </a:r>
            <a:r>
              <a:rPr sz="18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finished</a:t>
            </a:r>
            <a:r>
              <a:rPr sz="18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modular</a:t>
            </a:r>
            <a:r>
              <a:rPr sz="18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mobile</a:t>
            </a:r>
            <a:r>
              <a:rPr sz="18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building</a:t>
            </a:r>
            <a:r>
              <a:rPr sz="18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solution</a:t>
            </a:r>
            <a:r>
              <a:rPr sz="18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18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combines</a:t>
            </a:r>
            <a:r>
              <a:rPr sz="18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modern</a:t>
            </a:r>
            <a:r>
              <a:rPr sz="18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1800" spc="-1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18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functional</a:t>
            </a:r>
            <a:r>
              <a:rPr sz="1800" spc="-4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efficiency.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9935" y="6423317"/>
            <a:ext cx="15087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9670" y="3434511"/>
            <a:ext cx="8744153" cy="58237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1887" y="3946448"/>
            <a:ext cx="7795983" cy="26549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6970" y="1341526"/>
            <a:ext cx="7455534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N7</a:t>
            </a:r>
            <a:r>
              <a:rPr sz="6000" b="1" spc="-36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Apple</a:t>
            </a:r>
            <a:r>
              <a:rPr sz="6000" b="1" spc="-14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6000" b="1" spc="-1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39279" y="365518"/>
            <a:ext cx="13042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40" dirty="0"/>
              <a:t>苹果舱</a:t>
            </a:r>
            <a:endParaRPr spc="340" dirty="0"/>
          </a:p>
        </p:txBody>
      </p:sp>
      <p:sp>
        <p:nvSpPr>
          <p:cNvPr id="6" name="object 6"/>
          <p:cNvSpPr txBox="1"/>
          <p:nvPr/>
        </p:nvSpPr>
        <p:spPr>
          <a:xfrm>
            <a:off x="10059187" y="1360563"/>
            <a:ext cx="6692265" cy="2055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尺寸（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200" spc="-26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200" b="1" spc="-114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11500mm</a:t>
            </a:r>
            <a:r>
              <a:rPr sz="2200" spc="-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200" b="1" spc="-3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3300mm</a:t>
            </a:r>
            <a:r>
              <a:rPr sz="2200" spc="-26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200" b="1" spc="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3200mm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 marR="1499235">
              <a:lnSpc>
                <a:spcPct val="168000"/>
              </a:lnSpc>
            </a:pP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占地面积（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Land occupation 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area</a:t>
            </a:r>
            <a:r>
              <a:rPr sz="2200" spc="-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38</a:t>
            </a:r>
            <a:r>
              <a:rPr sz="22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㎡</a:t>
            </a: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入住人数（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2200" b="1" spc="-2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00" b="1" spc="4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guests</a:t>
            </a: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200" spc="-2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2-4</a:t>
            </a:r>
            <a:r>
              <a:rPr sz="22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r>
              <a:rPr sz="2200" spc="5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客舱重量（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2200" b="1" spc="6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weight</a:t>
            </a:r>
            <a:r>
              <a:rPr sz="2200" spc="-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200" spc="-24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7000kg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43451" y="7035418"/>
            <a:ext cx="7218045" cy="1898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860">
              <a:lnSpc>
                <a:spcPct val="135000"/>
              </a:lnSpc>
              <a:spcBef>
                <a:spcPts val="100"/>
              </a:spcBef>
            </a:pP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4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160" dirty="0">
                <a:latin typeface="宋体" panose="02010600030101010101" pitchFamily="2" charset="-122"/>
                <a:cs typeface="宋体" panose="02010600030101010101" pitchFamily="2" charset="-122"/>
              </a:rPr>
              <a:t>可根据项目需求进行定制， 在标准化结构基础上灵活调整空间</a:t>
            </a:r>
            <a:r>
              <a:rPr sz="1300" spc="110" dirty="0">
                <a:latin typeface="宋体" panose="02010600030101010101" pitchFamily="2" charset="-122"/>
                <a:cs typeface="宋体" panose="02010600030101010101" pitchFamily="2" charset="-122"/>
              </a:rPr>
              <a:t>布局、 外观形式及内装配置， 满足不同应用场景的使用需求， 实现高效交付与个性</a:t>
            </a:r>
            <a:r>
              <a:rPr sz="1300" spc="190" dirty="0">
                <a:latin typeface="宋体" panose="02010600030101010101" pitchFamily="2" charset="-122"/>
                <a:cs typeface="宋体" panose="02010600030101010101" pitchFamily="2" charset="-122"/>
              </a:rPr>
              <a:t>化设计的平衡</a:t>
            </a:r>
            <a:endParaRPr sz="13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3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50" dirty="0">
                <a:latin typeface="Times New Roman" panose="02020603050405020304"/>
                <a:cs typeface="Times New Roman" panose="02020603050405020304"/>
              </a:rPr>
              <a:t>,</a:t>
            </a: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35000"/>
              </a:lnSpc>
            </a:pPr>
            <a:r>
              <a:rPr sz="130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3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3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50" dirty="0">
                <a:latin typeface="Times New Roman" panose="02020603050405020304"/>
                <a:cs typeface="Times New Roman" panose="02020603050405020304"/>
              </a:rPr>
              <a:t>n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3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3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3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50" dirty="0">
                <a:latin typeface="Times New Roman" panose="02020603050405020304"/>
                <a:cs typeface="Times New Roman" panose="02020603050405020304"/>
              </a:rPr>
              <a:t>t</a:t>
            </a:r>
            <a:endParaRPr sz="1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3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3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300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300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spc="-50" dirty="0">
                <a:latin typeface="Times New Roman" panose="02020603050405020304"/>
                <a:cs typeface="Times New Roman" panose="02020603050405020304"/>
              </a:rPr>
              <a:t>.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711348"/>
            <a:ext cx="17827625" cy="7576184"/>
            <a:chOff x="0" y="2711348"/>
            <a:chExt cx="17827625" cy="7576184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7933407"/>
              <a:ext cx="6538209" cy="23535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658" y="6314046"/>
              <a:ext cx="9030677" cy="3738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5238" y="2711348"/>
              <a:ext cx="8324329" cy="38376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77337" y="4386249"/>
              <a:ext cx="8349805" cy="497777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06970" y="1341526"/>
            <a:ext cx="74974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H7</a:t>
            </a:r>
            <a:r>
              <a:rPr sz="6000" b="1" spc="-37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Apple</a:t>
            </a:r>
            <a:r>
              <a:rPr sz="6000" b="1" spc="-1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6000" b="1" spc="-9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House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6970" y="539750"/>
            <a:ext cx="13042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4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苹果舱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64637" y="1291056"/>
            <a:ext cx="7277734" cy="22523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尺寸（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24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400" spc="-229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400" b="1" spc="-3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11500mm</a:t>
            </a:r>
            <a:r>
              <a:rPr sz="24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400" b="1" spc="8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3300mm</a:t>
            </a:r>
            <a:r>
              <a:rPr sz="24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400" b="1" spc="13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3200mm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 marR="1572895">
              <a:lnSpc>
                <a:spcPct val="169000"/>
              </a:lnSpc>
            </a:pPr>
            <a:r>
              <a:rPr sz="24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占地面积（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Land occupation area</a:t>
            </a:r>
            <a:r>
              <a:rPr sz="24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38</a:t>
            </a:r>
            <a:r>
              <a:rPr sz="24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㎡</a:t>
            </a:r>
            <a:r>
              <a:rPr sz="24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入住人数（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2400" b="1" spc="1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400" b="1" spc="16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guests</a:t>
            </a:r>
            <a:r>
              <a:rPr sz="24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400" spc="-2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2-4</a:t>
            </a:r>
            <a:r>
              <a:rPr sz="24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r>
              <a:rPr sz="24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客舱重量（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2400" b="1" spc="18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weight</a:t>
            </a:r>
            <a:r>
              <a:rPr sz="24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400" spc="-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4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7500kg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933407"/>
            <a:ext cx="6538209" cy="23535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50823" y="5449823"/>
            <a:ext cx="3808476" cy="38084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2788" y="5449823"/>
            <a:ext cx="3808476" cy="380847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028700" y="861479"/>
            <a:ext cx="17031970" cy="8397240"/>
            <a:chOff x="1028700" y="861479"/>
            <a:chExt cx="17031970" cy="839724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28749" y="861479"/>
              <a:ext cx="9631705" cy="3207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8700" y="4066031"/>
              <a:ext cx="8039100" cy="519226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10425" y="537248"/>
            <a:ext cx="7781925" cy="135001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17805">
              <a:lnSpc>
                <a:spcPct val="100000"/>
              </a:lnSpc>
              <a:spcBef>
                <a:spcPts val="530"/>
              </a:spcBef>
            </a:pPr>
            <a:r>
              <a:rPr sz="2200" spc="300" dirty="0"/>
              <a:t>定制款鲨鱼舱</a:t>
            </a:r>
            <a:endParaRPr sz="2200"/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5250" b="1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Customized</a:t>
            </a:r>
            <a:r>
              <a:rPr sz="5250" b="1" spc="-90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250" b="1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Shark</a:t>
            </a:r>
            <a:r>
              <a:rPr sz="5250" b="1" spc="-85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250" b="1" spc="-10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Capsule</a:t>
            </a:r>
            <a:endParaRPr sz="5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6010" y="2240178"/>
            <a:ext cx="4959985" cy="1543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尺寸（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650" spc="-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650" b="1" spc="-10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11500mm</a:t>
            </a: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650" b="1" spc="-2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3300mm</a:t>
            </a: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H </a:t>
            </a:r>
            <a:r>
              <a:rPr sz="165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3200mm</a:t>
            </a:r>
            <a:endParaRPr sz="1650">
              <a:latin typeface="Times New Roman" panose="02020603050405020304"/>
              <a:cs typeface="Times New Roman" panose="02020603050405020304"/>
            </a:endParaRPr>
          </a:p>
          <a:p>
            <a:pPr marL="12700" marR="1069340">
              <a:lnSpc>
                <a:spcPct val="168000"/>
              </a:lnSpc>
            </a:pP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占地面积（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Land occupation </a:t>
            </a:r>
            <a:r>
              <a:rPr sz="165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area</a:t>
            </a:r>
            <a:r>
              <a:rPr sz="1650" spc="-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sz="165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</a:t>
            </a:r>
            <a:r>
              <a:rPr sz="165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㎡</a:t>
            </a: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入住人数（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650" b="1" spc="-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50" b="1" spc="3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guests</a:t>
            </a: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650" spc="-18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65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客舱重量（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1650" b="1" spc="6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weight</a:t>
            </a:r>
            <a:r>
              <a:rPr sz="1650" spc="-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650" spc="-17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65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7000kg</a:t>
            </a:r>
            <a:endParaRPr sz="16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933407"/>
            <a:ext cx="6538209" cy="23535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50823" y="5449823"/>
            <a:ext cx="3808476" cy="38084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2788" y="5449823"/>
            <a:ext cx="3808476" cy="380847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70788" y="532915"/>
            <a:ext cx="16294735" cy="9018270"/>
            <a:chOff x="970788" y="532915"/>
            <a:chExt cx="16294735" cy="901827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0989" y="532915"/>
              <a:ext cx="8674083" cy="426332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0788" y="4716780"/>
              <a:ext cx="8039100" cy="483412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6000" y="592874"/>
            <a:ext cx="7150734" cy="1832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315" dirty="0"/>
              <a:t>定制款苹果舱茶室</a:t>
            </a:r>
            <a:endParaRPr sz="2200"/>
          </a:p>
          <a:p>
            <a:pPr marL="12700" marR="5080">
              <a:lnSpc>
                <a:spcPts val="5260"/>
              </a:lnSpc>
              <a:spcBef>
                <a:spcPts val="1070"/>
              </a:spcBef>
            </a:pPr>
            <a:r>
              <a:rPr sz="5250" b="1" spc="-10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Customized</a:t>
            </a:r>
            <a:r>
              <a:rPr sz="5250" b="1" spc="-320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250" b="1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Apple</a:t>
            </a:r>
            <a:r>
              <a:rPr sz="5250" b="1" spc="-25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250" b="1" spc="-10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Cabin </a:t>
            </a:r>
            <a:r>
              <a:rPr sz="5250" b="1" spc="-80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Tea</a:t>
            </a:r>
            <a:r>
              <a:rPr sz="5250" b="1" spc="-245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250" b="1" spc="-20" dirty="0">
                <a:solidFill>
                  <a:srgbClr val="0468A1"/>
                </a:solidFill>
                <a:latin typeface="Times New Roman" panose="02020603050405020304"/>
                <a:cs typeface="Times New Roman" panose="02020603050405020304"/>
              </a:rPr>
              <a:t>Room</a:t>
            </a:r>
            <a:endParaRPr sz="5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6010" y="2710078"/>
            <a:ext cx="4866640" cy="1543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尺寸（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650" spc="-19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650" b="1" spc="-7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9600mm</a:t>
            </a: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650" b="1" spc="-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3300mm</a:t>
            </a: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650" b="1" spc="2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3200mm</a:t>
            </a:r>
            <a:endParaRPr sz="1650">
              <a:latin typeface="Times New Roman" panose="02020603050405020304"/>
              <a:cs typeface="Times New Roman" panose="02020603050405020304"/>
            </a:endParaRPr>
          </a:p>
          <a:p>
            <a:pPr marL="12700" marR="975995">
              <a:lnSpc>
                <a:spcPct val="168000"/>
              </a:lnSpc>
            </a:pP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占地面积（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Land occupation </a:t>
            </a:r>
            <a:r>
              <a:rPr sz="165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area</a:t>
            </a:r>
            <a:r>
              <a:rPr sz="1650" spc="-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sz="165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</a:t>
            </a:r>
            <a:r>
              <a:rPr sz="165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㎡</a:t>
            </a: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入住人数（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650" b="1" spc="-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50" b="1" spc="3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guests</a:t>
            </a: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650" spc="-18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2-8</a:t>
            </a:r>
            <a:r>
              <a:rPr sz="165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r>
              <a:rPr sz="1650" spc="5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6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客舱重量（</a:t>
            </a:r>
            <a:r>
              <a:rPr sz="165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1650" b="1" spc="6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weight</a:t>
            </a:r>
            <a:r>
              <a:rPr sz="1650" spc="-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650" spc="-17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165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7000kg</a:t>
            </a:r>
            <a:endParaRPr sz="16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89986"/>
            <a:ext cx="10285730" cy="7297420"/>
            <a:chOff x="0" y="2989986"/>
            <a:chExt cx="10285730" cy="729742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7933407"/>
              <a:ext cx="6538209" cy="23535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660" y="2989986"/>
              <a:ext cx="9772688" cy="589829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7318" y="4129314"/>
            <a:ext cx="7026130" cy="45853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06970" y="1341526"/>
            <a:ext cx="51339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76020" algn="l"/>
                <a:tab pos="3398520" algn="l"/>
              </a:tabLst>
            </a:pPr>
            <a:r>
              <a:rPr sz="6000" b="1" spc="-2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H3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60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Sauna</a:t>
            </a:r>
            <a:r>
              <a:rPr sz="6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60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room</a:t>
            </a:r>
            <a:endParaRPr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9279" y="365518"/>
            <a:ext cx="13042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4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桑拿房</a:t>
            </a:r>
            <a:endParaRPr sz="3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13974" y="1136726"/>
            <a:ext cx="6567170" cy="2055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尺寸（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200" spc="-26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200" b="1" spc="-114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5800mm</a:t>
            </a: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200" b="1" spc="-2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3300mm</a:t>
            </a:r>
            <a:r>
              <a:rPr sz="2200" spc="-26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200" b="1" spc="15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3200mm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 marR="1374140">
              <a:lnSpc>
                <a:spcPct val="168000"/>
              </a:lnSpc>
            </a:pP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占地面积（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Land occupation 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area</a:t>
            </a:r>
            <a:r>
              <a:rPr sz="2200" spc="-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20</a:t>
            </a:r>
            <a:r>
              <a:rPr sz="22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㎡</a:t>
            </a: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入住人数（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2200" b="1" spc="-2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00" b="1" spc="4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guests</a:t>
            </a: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200" spc="-2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200" spc="-5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</a:t>
            </a:r>
            <a:endParaRPr sz="2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20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客舱重量（</a:t>
            </a:r>
            <a:r>
              <a:rPr sz="2200" b="1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Cabin</a:t>
            </a:r>
            <a:r>
              <a:rPr sz="2200" b="1" spc="6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weight</a:t>
            </a:r>
            <a:r>
              <a:rPr sz="2200" spc="-10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200" spc="-245" dirty="0">
                <a:solidFill>
                  <a:srgbClr val="737373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：</a:t>
            </a:r>
            <a:r>
              <a:rPr sz="2200" b="1" spc="-10" dirty="0">
                <a:solidFill>
                  <a:srgbClr val="737373"/>
                </a:solidFill>
                <a:latin typeface="Times New Roman" panose="02020603050405020304"/>
                <a:cs typeface="Times New Roman" panose="02020603050405020304"/>
              </a:rPr>
              <a:t>4500kg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62571" y="1028700"/>
            <a:ext cx="10396728" cy="4114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368771" cy="31989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526023"/>
            <a:ext cx="5451348" cy="38816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44093" y="7350180"/>
            <a:ext cx="6943906" cy="29368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8700" y="1028700"/>
            <a:ext cx="5451348" cy="4114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49935" y="7032447"/>
            <a:ext cx="7539355" cy="1421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495"/>
              </a:lnSpc>
              <a:spcBef>
                <a:spcPts val="105"/>
              </a:spcBef>
            </a:pPr>
            <a:r>
              <a:rPr sz="5000" spc="-10" dirty="0">
                <a:solidFill>
                  <a:srgbClr val="1466A8"/>
                </a:solidFill>
              </a:rPr>
              <a:t>定制垃圾房</a:t>
            </a:r>
            <a:endParaRPr sz="5000"/>
          </a:p>
          <a:p>
            <a:pPr marL="12700">
              <a:lnSpc>
                <a:spcPts val="5495"/>
              </a:lnSpc>
            </a:pPr>
            <a:r>
              <a:rPr sz="5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Customized</a:t>
            </a:r>
            <a:r>
              <a:rPr sz="5000" b="1" spc="-10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Garbage</a:t>
            </a:r>
            <a:r>
              <a:rPr sz="5000" b="1" spc="-95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Room</a:t>
            </a:r>
            <a:endParaRPr sz="5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9935" y="6234519"/>
            <a:ext cx="15087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500" b="1" spc="-1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500" b="1" spc="-1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500" b="1" spc="-114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50" dirty="0">
                <a:solidFill>
                  <a:srgbClr val="1466A8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51419" y="3354323"/>
            <a:ext cx="3183635" cy="28773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5931" y="3354323"/>
            <a:ext cx="6373368" cy="28773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3354323"/>
            <a:ext cx="6370320" cy="28773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6380988"/>
            <a:ext cx="3329940" cy="28773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75663" y="6380988"/>
            <a:ext cx="3183636" cy="28773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11040" y="6380988"/>
            <a:ext cx="4632960" cy="28773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93352" y="6380988"/>
            <a:ext cx="4632959" cy="28773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155162" y="1028700"/>
            <a:ext cx="1104125" cy="32847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8700" y="1028700"/>
            <a:ext cx="1104125" cy="32847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483629" y="946784"/>
            <a:ext cx="536575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01140" algn="l"/>
              </a:tabLst>
            </a:pPr>
            <a:r>
              <a:rPr sz="5600" spc="-25" dirty="0">
                <a:solidFill>
                  <a:srgbClr val="112C4A"/>
                </a:solidFill>
                <a:latin typeface="Times New Roman" panose="02020603050405020304"/>
                <a:cs typeface="Times New Roman" panose="02020603050405020304"/>
              </a:rPr>
              <a:t>Our</a:t>
            </a:r>
            <a:r>
              <a:rPr sz="5600" dirty="0">
                <a:solidFill>
                  <a:srgbClr val="112C4A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5600" dirty="0">
                <a:solidFill>
                  <a:srgbClr val="D37D13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5600" spc="-45" dirty="0">
                <a:solidFill>
                  <a:srgbClr val="D37D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600" spc="-10" dirty="0">
                <a:solidFill>
                  <a:srgbClr val="D37D13"/>
                </a:solidFill>
                <a:latin typeface="Times New Roman" panose="02020603050405020304"/>
                <a:cs typeface="Times New Roman" panose="02020603050405020304"/>
              </a:rPr>
              <a:t>Cases</a:t>
            </a:r>
            <a:endParaRPr sz="5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64947" y="2082355"/>
            <a:ext cx="5556885" cy="80645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2200" spc="-30" dirty="0">
                <a:solidFill>
                  <a:srgbClr val="767C84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从方案到落地，案例见证实力</a:t>
            </a:r>
            <a:endParaRPr sz="2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ts val="435"/>
              </a:spcBef>
            </a:pPr>
            <a:r>
              <a:rPr sz="2200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200" spc="-55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Concept</a:t>
            </a:r>
            <a:r>
              <a:rPr sz="2200" spc="-50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50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Completion,</a:t>
            </a:r>
            <a:r>
              <a:rPr sz="2200" spc="-50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Proven</a:t>
            </a:r>
            <a:r>
              <a:rPr sz="2200" spc="-50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200" spc="-50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solidFill>
                  <a:srgbClr val="767C84"/>
                </a:solidFill>
                <a:latin typeface="Times New Roman" panose="02020603050405020304"/>
                <a:cs typeface="Times New Roman" panose="02020603050405020304"/>
              </a:rPr>
              <a:t>Projects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385675" cy="10287000"/>
            <a:chOff x="0" y="0"/>
            <a:chExt cx="12385675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21990" y="0"/>
              <a:ext cx="6463056" cy="47548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0287000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7086688" y="3391103"/>
            <a:ext cx="11289665" cy="7965440"/>
            <a:chOff x="6998423" y="2321763"/>
            <a:chExt cx="11289665" cy="79654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47556" y="6335154"/>
              <a:ext cx="5340443" cy="395184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8423" y="2321763"/>
              <a:ext cx="10260876" cy="564347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333613" y="3417443"/>
            <a:ext cx="5412740" cy="231902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PROFESSIONA</a:t>
            </a:r>
            <a:endParaRPr sz="43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6020"/>
              </a:lnSpc>
              <a:spcBef>
                <a:spcPts val="145"/>
              </a:spcBef>
            </a:pPr>
            <a:r>
              <a:rPr sz="43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4300" spc="-2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3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·</a:t>
            </a:r>
            <a:r>
              <a:rPr sz="4300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3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RELIABLE</a:t>
            </a:r>
            <a:r>
              <a:rPr sz="4300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3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·</a:t>
            </a:r>
            <a:r>
              <a:rPr sz="4300" spc="-2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3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YOUR </a:t>
            </a:r>
            <a:r>
              <a:rPr sz="43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TRUSTED</a:t>
            </a:r>
            <a:r>
              <a:rPr sz="4300" spc="-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3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PARTNER</a:t>
            </a:r>
            <a:endParaRPr sz="4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33740" y="5981700"/>
            <a:ext cx="4944745" cy="219837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联系我们，获取专属报价</a:t>
            </a:r>
            <a:endParaRPr sz="2400" spc="-5" dirty="0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lang="zh-CN" altLang="en-US" sz="2400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联系</a:t>
            </a:r>
            <a:r>
              <a:rPr lang="zh-CN" altLang="en-US" sz="2400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人（</a:t>
            </a:r>
            <a:r>
              <a:rPr lang="en-US" altLang="zh-CN" sz="2400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Name</a:t>
            </a:r>
            <a:r>
              <a:rPr lang="zh-CN" altLang="en-US" sz="2400" spc="-5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2400" spc="-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：张伟飞</a:t>
            </a:r>
            <a:endParaRPr lang="zh-CN" altLang="en-US" sz="2400" spc="-5" dirty="0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联系电话（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TEL)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15061975169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邮箱（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Email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1031045900@qq.com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4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Contact</a:t>
            </a:r>
            <a:r>
              <a:rPr sz="2400" spc="-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Us</a:t>
            </a:r>
            <a:r>
              <a:rPr sz="24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4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Customized</a:t>
            </a:r>
            <a:r>
              <a:rPr sz="2400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Quote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11677</Words>
  <Application>WPS 演示</Application>
  <PresentationFormat>On-screen Show (4:3)</PresentationFormat>
  <Paragraphs>398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宋体</vt:lpstr>
      <vt:lpstr>Wingdings</vt:lpstr>
      <vt:lpstr>Times New Roman</vt:lpstr>
      <vt:lpstr>Arial Black</vt:lpstr>
      <vt:lpstr>Arial</vt:lpstr>
      <vt:lpstr>Lucida Sans Unicode</vt:lpstr>
      <vt:lpstr>Calibri</vt:lpstr>
      <vt:lpstr>微软雅黑</vt:lpstr>
      <vt:lpstr>Arial Unicode MS</vt:lpstr>
      <vt:lpstr>Office Theme</vt:lpstr>
      <vt:lpstr>PowerPoint 演示文稿</vt:lpstr>
      <vt:lpstr>公司介绍</vt:lpstr>
      <vt:lpstr>PowerPoint 演示文稿</vt:lpstr>
      <vt:lpstr>Table Of Contents</vt:lpstr>
      <vt:lpstr>PowerPoint 演示文稿</vt:lpstr>
      <vt:lpstr>E3	Space Capsule House</vt:lpstr>
      <vt:lpstr>What You	See Is What</vt:lpstr>
      <vt:lpstr>太空舱房屋</vt:lpstr>
      <vt:lpstr>What You	See Is What</vt:lpstr>
      <vt:lpstr>太空舱房屋</vt:lpstr>
      <vt:lpstr>What You	See Is What</vt:lpstr>
      <vt:lpstr>太空舱房屋</vt:lpstr>
      <vt:lpstr>What You	See Is What</vt:lpstr>
      <vt:lpstr>太空舱房屋</vt:lpstr>
      <vt:lpstr>What You	See Is What</vt:lpstr>
      <vt:lpstr>太空舱房屋</vt:lpstr>
      <vt:lpstr>What You	See Is What</vt:lpstr>
      <vt:lpstr>PowerPoint 演示文稿</vt:lpstr>
      <vt:lpstr>苹果舱</vt:lpstr>
      <vt:lpstr>H7 Apple Cabin House</vt:lpstr>
      <vt:lpstr>Customized Shark Capsule</vt:lpstr>
      <vt:lpstr>Customized Apple Cabin Tea Room</vt:lpstr>
      <vt:lpstr>H3	Sauna	room</vt:lpstr>
      <vt:lpstr>Customized Garbage Room</vt:lpstr>
      <vt:lpstr>Our	Project Cases</vt:lpstr>
      <vt:lpstr>L · RELIABLE · YOUR TRUSTED PARTNER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幸福蕾蕾</cp:lastModifiedBy>
  <cp:revision>4</cp:revision>
  <dcterms:created xsi:type="dcterms:W3CDTF">2026-04-13T01:42:00Z</dcterms:created>
  <dcterms:modified xsi:type="dcterms:W3CDTF">2026-04-13T05:59:58Z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2026-03-07T08:00:00Z</vt:filetime>
  </property>
  <property fmtid="{D5CDD505-2E9C-101B-9397-08002B2CF9AE}" pid="3" name="Creator">
    <vt:lpwstr>WPS 演示</vt:lpwstr>
  </property>
  <property fmtid="{D5CDD505-2E9C-101B-9397-08002B2CF9AE}" pid="4" name="LastSaved">
    <vt:filetime>2026-03-25T08:00:00Z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SourceModified">
    <vt:lpwstr>D:20260306112335+08'00'</vt:lpwstr>
  </property>
  <property fmtid="{D5CDD505-2E9C-101B-9397-08002B2CF9AE}" pid="7" name="ICV">
    <vt:lpwstr>D7FCB90B646349428CD86230FF52E2A9_12</vt:lpwstr>
  </property>
  <property fmtid="{D5CDD505-2E9C-101B-9397-08002B2CF9AE}" pid="8" name="KSOProductBuildVer">
    <vt:lpwstr>2052-12.1.0.25865</vt:lpwstr>
  </property>
</Properties>
</file>